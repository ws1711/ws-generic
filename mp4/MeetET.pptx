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9" r:id="rId12"/>
    <p:sldId id="267" r:id="rId13"/>
    <p:sldId id="270" r:id="rId14"/>
    <p:sldId id="266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6C7AE-28FA-4314-B170-B0B4453CD91C}" v="9" dt="2026-10-17T23:19:44.948"/>
    <p1510:client id="{E96B4178-681B-4E0F-AF78-81A757D75182}" v="41" dt="2026-10-18T19:27:51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2618" autoAdjust="0"/>
  </p:normalViewPr>
  <p:slideViewPr>
    <p:cSldViewPr snapToGrid="0">
      <p:cViewPr varScale="1">
        <p:scale>
          <a:sx n="85" d="100"/>
          <a:sy n="85" d="100"/>
        </p:scale>
        <p:origin x="12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yder, William" userId="6273dbcd-986c-43b3-bfb0-09a395bb7dd1" providerId="ADAL" clId="{5544FCD6-BF82-422E-8472-8AA9C57D0C11}"/>
    <pc:docChg chg="modSld">
      <pc:chgData name="Snyder, William" userId="6273dbcd-986c-43b3-bfb0-09a395bb7dd1" providerId="ADAL" clId="{5544FCD6-BF82-422E-8472-8AA9C57D0C11}" dt="2026-10-17T23:19:44.947" v="8"/>
      <pc:docMkLst>
        <pc:docMk/>
      </pc:docMkLst>
      <pc:sldChg chg="addSp delSp modSp modTransition modAnim">
        <pc:chgData name="Snyder, William" userId="6273dbcd-986c-43b3-bfb0-09a395bb7dd1" providerId="ADAL" clId="{5544FCD6-BF82-422E-8472-8AA9C57D0C11}" dt="2026-10-17T23:19:44.947" v="8"/>
        <pc:sldMkLst>
          <pc:docMk/>
          <pc:sldMk cId="3177170808" sldId="256"/>
        </pc:sldMkLst>
        <pc:picChg chg="add del mod">
          <ac:chgData name="Snyder, William" userId="6273dbcd-986c-43b3-bfb0-09a395bb7dd1" providerId="ADAL" clId="{5544FCD6-BF82-422E-8472-8AA9C57D0C11}" dt="2026-10-17T23:10:04.977" v="2"/>
          <ac:picMkLst>
            <pc:docMk/>
            <pc:sldMk cId="3177170808" sldId="256"/>
            <ac:picMk id="11" creationId="{D2DE1B32-B35C-9230-AB5E-F88A06EE0177}"/>
          </ac:picMkLst>
        </pc:picChg>
        <pc:picChg chg="add del mod">
          <ac:chgData name="Snyder, William" userId="6273dbcd-986c-43b3-bfb0-09a395bb7dd1" providerId="ADAL" clId="{5544FCD6-BF82-422E-8472-8AA9C57D0C11}" dt="2026-10-17T23:10:41.178" v="4"/>
          <ac:picMkLst>
            <pc:docMk/>
            <pc:sldMk cId="3177170808" sldId="256"/>
            <ac:picMk id="16" creationId="{86205158-E938-F977-1F1D-27C8A75A0921}"/>
          </ac:picMkLst>
        </pc:picChg>
        <pc:picChg chg="del">
          <ac:chgData name="Snyder, William" userId="6273dbcd-986c-43b3-bfb0-09a395bb7dd1" providerId="ADAL" clId="{5544FCD6-BF82-422E-8472-8AA9C57D0C11}" dt="2026-10-17T23:04:51.721" v="0"/>
          <ac:picMkLst>
            <pc:docMk/>
            <pc:sldMk cId="3177170808" sldId="256"/>
            <ac:picMk id="17" creationId="{5843571D-37F2-CA6E-6557-1ADCF25D4EE1}"/>
          </ac:picMkLst>
        </pc:picChg>
        <pc:picChg chg="add del mod">
          <ac:chgData name="Snyder, William" userId="6273dbcd-986c-43b3-bfb0-09a395bb7dd1" providerId="ADAL" clId="{5544FCD6-BF82-422E-8472-8AA9C57D0C11}" dt="2026-10-17T23:14:08.210" v="6"/>
          <ac:picMkLst>
            <pc:docMk/>
            <pc:sldMk cId="3177170808" sldId="256"/>
            <ac:picMk id="22" creationId="{28AFAC22-F64C-F2B5-203E-D82AA7FA0D26}"/>
          </ac:picMkLst>
        </pc:picChg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3177170808" sldId="256"/>
            <ac:picMk id="27" creationId="{5DECD314-8983-FD9B-0CE6-94790AE36C2D}"/>
          </ac:picMkLst>
        </pc:picChg>
      </pc:sldChg>
      <pc:sldChg chg="addSp delSp modSp modTransition modAnim">
        <pc:chgData name="Snyder, William" userId="6273dbcd-986c-43b3-bfb0-09a395bb7dd1" providerId="ADAL" clId="{5544FCD6-BF82-422E-8472-8AA9C57D0C11}" dt="2026-10-17T23:19:44.947" v="8"/>
        <pc:sldMkLst>
          <pc:docMk/>
          <pc:sldMk cId="1234179043" sldId="257"/>
        </pc:sldMkLst>
        <pc:picChg chg="add del mod">
          <ac:chgData name="Snyder, William" userId="6273dbcd-986c-43b3-bfb0-09a395bb7dd1" providerId="ADAL" clId="{5544FCD6-BF82-422E-8472-8AA9C57D0C11}" dt="2026-10-17T23:10:04.977" v="2"/>
          <ac:picMkLst>
            <pc:docMk/>
            <pc:sldMk cId="1234179043" sldId="257"/>
            <ac:picMk id="6" creationId="{05753F49-1BE0-6527-22EF-7615E1A84C49}"/>
          </ac:picMkLst>
        </pc:picChg>
        <pc:picChg chg="add del mod">
          <ac:chgData name="Snyder, William" userId="6273dbcd-986c-43b3-bfb0-09a395bb7dd1" providerId="ADAL" clId="{5544FCD6-BF82-422E-8472-8AA9C57D0C11}" dt="2026-10-17T23:10:41.178" v="4"/>
          <ac:picMkLst>
            <pc:docMk/>
            <pc:sldMk cId="1234179043" sldId="257"/>
            <ac:picMk id="9" creationId="{B28C1626-3EEA-26B9-928D-B679C436C633}"/>
          </ac:picMkLst>
        </pc:picChg>
        <pc:picChg chg="del">
          <ac:chgData name="Snyder, William" userId="6273dbcd-986c-43b3-bfb0-09a395bb7dd1" providerId="ADAL" clId="{5544FCD6-BF82-422E-8472-8AA9C57D0C11}" dt="2026-10-17T23:04:51.721" v="0"/>
          <ac:picMkLst>
            <pc:docMk/>
            <pc:sldMk cId="1234179043" sldId="257"/>
            <ac:picMk id="11" creationId="{0A8B46D3-A1E4-5AB8-C7BC-A5FC9D7425A1}"/>
          </ac:picMkLst>
        </pc:picChg>
        <pc:picChg chg="add del mod">
          <ac:chgData name="Snyder, William" userId="6273dbcd-986c-43b3-bfb0-09a395bb7dd1" providerId="ADAL" clId="{5544FCD6-BF82-422E-8472-8AA9C57D0C11}" dt="2026-10-17T23:14:08.210" v="6"/>
          <ac:picMkLst>
            <pc:docMk/>
            <pc:sldMk cId="1234179043" sldId="257"/>
            <ac:picMk id="13" creationId="{7493B2B5-15C5-ADF2-F547-F4E209F47AC6}"/>
          </ac:picMkLst>
        </pc:picChg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1234179043" sldId="257"/>
            <ac:picMk id="16" creationId="{E54486B8-74AB-E159-9A83-F803D00351A9}"/>
          </ac:picMkLst>
        </pc:picChg>
      </pc:sldChg>
      <pc:sldChg chg="addSp delSp modSp modTransition modAnim">
        <pc:chgData name="Snyder, William" userId="6273dbcd-986c-43b3-bfb0-09a395bb7dd1" providerId="ADAL" clId="{5544FCD6-BF82-422E-8472-8AA9C57D0C11}" dt="2026-10-17T23:19:44.947" v="8"/>
        <pc:sldMkLst>
          <pc:docMk/>
          <pc:sldMk cId="2277806433" sldId="258"/>
        </pc:sldMkLst>
        <pc:picChg chg="add del mod">
          <ac:chgData name="Snyder, William" userId="6273dbcd-986c-43b3-bfb0-09a395bb7dd1" providerId="ADAL" clId="{5544FCD6-BF82-422E-8472-8AA9C57D0C11}" dt="2026-10-17T23:10:04.977" v="2"/>
          <ac:picMkLst>
            <pc:docMk/>
            <pc:sldMk cId="2277806433" sldId="258"/>
            <ac:picMk id="7" creationId="{C619B191-198B-A5DD-166A-D94885D3667F}"/>
          </ac:picMkLst>
        </pc:picChg>
        <pc:picChg chg="add del mod">
          <ac:chgData name="Snyder, William" userId="6273dbcd-986c-43b3-bfb0-09a395bb7dd1" providerId="ADAL" clId="{5544FCD6-BF82-422E-8472-8AA9C57D0C11}" dt="2026-10-17T23:10:41.178" v="4"/>
          <ac:picMkLst>
            <pc:docMk/>
            <pc:sldMk cId="2277806433" sldId="258"/>
            <ac:picMk id="9" creationId="{66F7E947-B6F7-F9F3-77AD-40917E9DEC7B}"/>
          </ac:picMkLst>
        </pc:picChg>
        <pc:picChg chg="add del mod">
          <ac:chgData name="Snyder, William" userId="6273dbcd-986c-43b3-bfb0-09a395bb7dd1" providerId="ADAL" clId="{5544FCD6-BF82-422E-8472-8AA9C57D0C11}" dt="2026-10-17T23:14:08.210" v="6"/>
          <ac:picMkLst>
            <pc:docMk/>
            <pc:sldMk cId="2277806433" sldId="258"/>
            <ac:picMk id="13" creationId="{5611AF09-BA55-7EB0-600E-7C8B03E86706}"/>
          </ac:picMkLst>
        </pc:picChg>
        <pc:picChg chg="del">
          <ac:chgData name="Snyder, William" userId="6273dbcd-986c-43b3-bfb0-09a395bb7dd1" providerId="ADAL" clId="{5544FCD6-BF82-422E-8472-8AA9C57D0C11}" dt="2026-10-17T23:04:51.721" v="0"/>
          <ac:picMkLst>
            <pc:docMk/>
            <pc:sldMk cId="2277806433" sldId="258"/>
            <ac:picMk id="17" creationId="{DAF3850A-C274-5F38-F75D-33FCA60D15CD}"/>
          </ac:picMkLst>
        </pc:picChg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2277806433" sldId="258"/>
            <ac:picMk id="18" creationId="{C95D5300-99CC-55F8-BFD6-995862FFA99D}"/>
          </ac:picMkLst>
        </pc:picChg>
      </pc:sldChg>
      <pc:sldChg chg="addSp delSp modSp modTransition modAnim">
        <pc:chgData name="Snyder, William" userId="6273dbcd-986c-43b3-bfb0-09a395bb7dd1" providerId="ADAL" clId="{5544FCD6-BF82-422E-8472-8AA9C57D0C11}" dt="2026-10-17T23:19:44.947" v="8"/>
        <pc:sldMkLst>
          <pc:docMk/>
          <pc:sldMk cId="64136622" sldId="259"/>
        </pc:sldMkLst>
        <pc:picChg chg="add del mod">
          <ac:chgData name="Snyder, William" userId="6273dbcd-986c-43b3-bfb0-09a395bb7dd1" providerId="ADAL" clId="{5544FCD6-BF82-422E-8472-8AA9C57D0C11}" dt="2026-10-17T23:10:04.977" v="2"/>
          <ac:picMkLst>
            <pc:docMk/>
            <pc:sldMk cId="64136622" sldId="259"/>
            <ac:picMk id="8" creationId="{CA53FCAC-8479-CD74-B98A-2A2DB627AF33}"/>
          </ac:picMkLst>
        </pc:picChg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64136622" sldId="259"/>
            <ac:picMk id="10" creationId="{87A3579A-5904-0DBD-5E02-90E490759CDC}"/>
          </ac:picMkLst>
        </pc:picChg>
        <pc:picChg chg="del">
          <ac:chgData name="Snyder, William" userId="6273dbcd-986c-43b3-bfb0-09a395bb7dd1" providerId="ADAL" clId="{5544FCD6-BF82-422E-8472-8AA9C57D0C11}" dt="2026-10-17T23:04:51.721" v="0"/>
          <ac:picMkLst>
            <pc:docMk/>
            <pc:sldMk cId="64136622" sldId="259"/>
            <ac:picMk id="17" creationId="{DAF3850A-C274-5F38-F75D-33FCA60D15CD}"/>
          </ac:picMkLst>
        </pc:picChg>
      </pc:sldChg>
      <pc:sldChg chg="addSp delSp modSp modTransition modAnim">
        <pc:chgData name="Snyder, William" userId="6273dbcd-986c-43b3-bfb0-09a395bb7dd1" providerId="ADAL" clId="{5544FCD6-BF82-422E-8472-8AA9C57D0C11}" dt="2026-10-17T23:19:44.947" v="8"/>
        <pc:sldMkLst>
          <pc:docMk/>
          <pc:sldMk cId="2897803905" sldId="260"/>
        </pc:sldMkLst>
        <pc:picChg chg="add del mod">
          <ac:chgData name="Snyder, William" userId="6273dbcd-986c-43b3-bfb0-09a395bb7dd1" providerId="ADAL" clId="{5544FCD6-BF82-422E-8472-8AA9C57D0C11}" dt="2026-10-17T23:10:04.977" v="2"/>
          <ac:picMkLst>
            <pc:docMk/>
            <pc:sldMk cId="2897803905" sldId="260"/>
            <ac:picMk id="13" creationId="{507C5843-B02F-EA56-0CA2-AC580D5BF2F4}"/>
          </ac:picMkLst>
        </pc:picChg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2897803905" sldId="260"/>
            <ac:picMk id="15" creationId="{1786346E-92E9-6E18-6008-7E9F44CE2FAE}"/>
          </ac:picMkLst>
        </pc:picChg>
        <pc:picChg chg="del">
          <ac:chgData name="Snyder, William" userId="6273dbcd-986c-43b3-bfb0-09a395bb7dd1" providerId="ADAL" clId="{5544FCD6-BF82-422E-8472-8AA9C57D0C11}" dt="2026-10-17T23:04:51.721" v="0"/>
          <ac:picMkLst>
            <pc:docMk/>
            <pc:sldMk cId="2897803905" sldId="260"/>
            <ac:picMk id="17" creationId="{DAF3850A-C274-5F38-F75D-33FCA60D15CD}"/>
          </ac:picMkLst>
        </pc:picChg>
      </pc:sldChg>
      <pc:sldChg chg="addSp delSp modSp modTransition modAnim">
        <pc:chgData name="Snyder, William" userId="6273dbcd-986c-43b3-bfb0-09a395bb7dd1" providerId="ADAL" clId="{5544FCD6-BF82-422E-8472-8AA9C57D0C11}" dt="2026-10-17T23:19:44.947" v="8"/>
        <pc:sldMkLst>
          <pc:docMk/>
          <pc:sldMk cId="1361806682" sldId="261"/>
        </pc:sldMkLst>
        <pc:picChg chg="add del mod">
          <ac:chgData name="Snyder, William" userId="6273dbcd-986c-43b3-bfb0-09a395bb7dd1" providerId="ADAL" clId="{5544FCD6-BF82-422E-8472-8AA9C57D0C11}" dt="2026-10-17T23:10:04.977" v="2"/>
          <ac:picMkLst>
            <pc:docMk/>
            <pc:sldMk cId="1361806682" sldId="261"/>
            <ac:picMk id="13" creationId="{45EFFEFA-A5E4-B33A-516C-1D89BF5464E7}"/>
          </ac:picMkLst>
        </pc:picChg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1361806682" sldId="261"/>
            <ac:picMk id="15" creationId="{5734B992-6D55-8E54-08BF-14F6C5EEB302}"/>
          </ac:picMkLst>
        </pc:picChg>
        <pc:picChg chg="del">
          <ac:chgData name="Snyder, William" userId="6273dbcd-986c-43b3-bfb0-09a395bb7dd1" providerId="ADAL" clId="{5544FCD6-BF82-422E-8472-8AA9C57D0C11}" dt="2026-10-17T23:04:51.721" v="0"/>
          <ac:picMkLst>
            <pc:docMk/>
            <pc:sldMk cId="1361806682" sldId="261"/>
            <ac:picMk id="17" creationId="{DAF3850A-C274-5F38-F75D-33FCA60D15CD}"/>
          </ac:picMkLst>
        </pc:picChg>
      </pc:sldChg>
      <pc:sldChg chg="addSp delSp modSp modTransition modAnim">
        <pc:chgData name="Snyder, William" userId="6273dbcd-986c-43b3-bfb0-09a395bb7dd1" providerId="ADAL" clId="{5544FCD6-BF82-422E-8472-8AA9C57D0C11}" dt="2026-10-17T23:19:44.947" v="8"/>
        <pc:sldMkLst>
          <pc:docMk/>
          <pc:sldMk cId="4215708788" sldId="262"/>
        </pc:sldMkLst>
        <pc:picChg chg="add del mod">
          <ac:chgData name="Snyder, William" userId="6273dbcd-986c-43b3-bfb0-09a395bb7dd1" providerId="ADAL" clId="{5544FCD6-BF82-422E-8472-8AA9C57D0C11}" dt="2026-10-17T23:10:04.977" v="2"/>
          <ac:picMkLst>
            <pc:docMk/>
            <pc:sldMk cId="4215708788" sldId="262"/>
            <ac:picMk id="14" creationId="{9AB4D9E8-2E05-1C9F-71DB-44A9A07ECBC8}"/>
          </ac:picMkLst>
        </pc:picChg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4215708788" sldId="262"/>
            <ac:picMk id="16" creationId="{5B93F39F-8609-4B69-2B77-AE8E0A2C6B8A}"/>
          </ac:picMkLst>
        </pc:picChg>
        <pc:picChg chg="del">
          <ac:chgData name="Snyder, William" userId="6273dbcd-986c-43b3-bfb0-09a395bb7dd1" providerId="ADAL" clId="{5544FCD6-BF82-422E-8472-8AA9C57D0C11}" dt="2026-10-17T23:04:51.721" v="0"/>
          <ac:picMkLst>
            <pc:docMk/>
            <pc:sldMk cId="4215708788" sldId="262"/>
            <ac:picMk id="17" creationId="{DAF3850A-C274-5F38-F75D-33FCA60D15CD}"/>
          </ac:picMkLst>
        </pc:picChg>
      </pc:sldChg>
      <pc:sldChg chg="addSp delSp modSp modTransition modAnim">
        <pc:chgData name="Snyder, William" userId="6273dbcd-986c-43b3-bfb0-09a395bb7dd1" providerId="ADAL" clId="{5544FCD6-BF82-422E-8472-8AA9C57D0C11}" dt="2026-10-17T23:19:44.947" v="8"/>
        <pc:sldMkLst>
          <pc:docMk/>
          <pc:sldMk cId="2752851873" sldId="263"/>
        </pc:sldMkLst>
        <pc:picChg chg="add del mod">
          <ac:chgData name="Snyder, William" userId="6273dbcd-986c-43b3-bfb0-09a395bb7dd1" providerId="ADAL" clId="{5544FCD6-BF82-422E-8472-8AA9C57D0C11}" dt="2026-10-17T23:10:04.977" v="2"/>
          <ac:picMkLst>
            <pc:docMk/>
            <pc:sldMk cId="2752851873" sldId="263"/>
            <ac:picMk id="15" creationId="{E4716E3E-1A76-A73A-EBA6-FC8707DCED58}"/>
          </ac:picMkLst>
        </pc:picChg>
        <pc:picChg chg="del">
          <ac:chgData name="Snyder, William" userId="6273dbcd-986c-43b3-bfb0-09a395bb7dd1" providerId="ADAL" clId="{5544FCD6-BF82-422E-8472-8AA9C57D0C11}" dt="2026-10-17T23:04:51.721" v="0"/>
          <ac:picMkLst>
            <pc:docMk/>
            <pc:sldMk cId="2752851873" sldId="263"/>
            <ac:picMk id="17" creationId="{DAF3850A-C274-5F38-F75D-33FCA60D15CD}"/>
          </ac:picMkLst>
        </pc:picChg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2752851873" sldId="263"/>
            <ac:picMk id="19" creationId="{F63DFB37-0AE7-4A98-EC45-BA127754FED4}"/>
          </ac:picMkLst>
        </pc:picChg>
      </pc:sldChg>
      <pc:sldChg chg="addSp modSp modAnim">
        <pc:chgData name="Snyder, William" userId="6273dbcd-986c-43b3-bfb0-09a395bb7dd1" providerId="ADAL" clId="{5544FCD6-BF82-422E-8472-8AA9C57D0C11}" dt="2026-10-17T23:19:44.947" v="8"/>
        <pc:sldMkLst>
          <pc:docMk/>
          <pc:sldMk cId="1237946520" sldId="264"/>
        </pc:sldMkLst>
        <pc:picChg chg="add mod">
          <ac:chgData name="Snyder, William" userId="6273dbcd-986c-43b3-bfb0-09a395bb7dd1" providerId="ADAL" clId="{5544FCD6-BF82-422E-8472-8AA9C57D0C11}" dt="2026-10-17T23:19:44.947" v="8"/>
          <ac:picMkLst>
            <pc:docMk/>
            <pc:sldMk cId="1237946520" sldId="264"/>
            <ac:picMk id="3" creationId="{FD645995-6114-7C17-189A-6DBC72766411}"/>
          </ac:picMkLst>
        </pc:picChg>
      </pc:sldChg>
    </pc:docChg>
  </pc:docChgLst>
  <pc:docChgLst>
    <pc:chgData name="Snyder, William" userId="6273dbcd-986c-43b3-bfb0-09a395bb7dd1" providerId="ADAL" clId="{46B06701-2E42-4CED-9CE2-2D693C131C9F}"/>
    <pc:docChg chg="undo custSel addSld delSld modSld sldOrd">
      <pc:chgData name="Snyder, William" userId="6273dbcd-986c-43b3-bfb0-09a395bb7dd1" providerId="ADAL" clId="{46B06701-2E42-4CED-9CE2-2D693C131C9F}" dt="2026-10-18T19:27:51.978" v="620"/>
      <pc:docMkLst>
        <pc:docMk/>
      </pc:docMkLst>
      <pc:sldChg chg="addSp delSp modSp modTransition modAnim">
        <pc:chgData name="Snyder, William" userId="6273dbcd-986c-43b3-bfb0-09a395bb7dd1" providerId="ADAL" clId="{46B06701-2E42-4CED-9CE2-2D693C131C9F}" dt="2026-10-18T19:27:51.978" v="620"/>
        <pc:sldMkLst>
          <pc:docMk/>
          <pc:sldMk cId="3177170808" sldId="256"/>
        </pc:sldMkLst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3177170808" sldId="256"/>
            <ac:picMk id="8" creationId="{7A258816-336F-8C52-0C3F-9A1D079734CD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3177170808" sldId="256"/>
            <ac:picMk id="13" creationId="{9C0AD6AB-6509-D4A3-BD31-E98973ED35C3}"/>
          </ac:picMkLst>
        </pc:picChg>
        <pc:picChg chg="del">
          <ac:chgData name="Snyder, William" userId="6273dbcd-986c-43b3-bfb0-09a395bb7dd1" providerId="ADAL" clId="{46B06701-2E42-4CED-9CE2-2D693C131C9F}" dt="2026-10-18T19:10:36.411" v="593"/>
          <ac:picMkLst>
            <pc:docMk/>
            <pc:sldMk cId="3177170808" sldId="256"/>
            <ac:picMk id="27" creationId="{5DECD314-8983-FD9B-0CE6-94790AE36C2D}"/>
          </ac:picMkLst>
        </pc:picChg>
      </pc:sldChg>
      <pc:sldChg chg="addSp delSp modSp modTransition addAnim delAnim modAnim">
        <pc:chgData name="Snyder, William" userId="6273dbcd-986c-43b3-bfb0-09a395bb7dd1" providerId="ADAL" clId="{46B06701-2E42-4CED-9CE2-2D693C131C9F}" dt="2026-10-18T19:27:51.978" v="620"/>
        <pc:sldMkLst>
          <pc:docMk/>
          <pc:sldMk cId="1234179043" sldId="257"/>
        </pc:sldMkLst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1234179043" sldId="257"/>
            <ac:picMk id="6" creationId="{3761FFA2-0C4B-2DFB-BCF0-0B5EF5B4A38F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1234179043" sldId="257"/>
            <ac:picMk id="9" creationId="{7766A2E9-0B0E-B6E8-9D42-1CDBE3C81252}"/>
          </ac:picMkLst>
        </pc:picChg>
        <pc:picChg chg="del">
          <ac:chgData name="Snyder, William" userId="6273dbcd-986c-43b3-bfb0-09a395bb7dd1" providerId="ADAL" clId="{46B06701-2E42-4CED-9CE2-2D693C131C9F}" dt="2026-10-18T19:10:36.411" v="593"/>
          <ac:picMkLst>
            <pc:docMk/>
            <pc:sldMk cId="1234179043" sldId="257"/>
            <ac:picMk id="16" creationId="{E54486B8-74AB-E159-9A83-F803D00351A9}"/>
          </ac:picMkLst>
        </pc:picChg>
      </pc:sldChg>
      <pc:sldChg chg="addSp delSp modSp modTransition modAnim">
        <pc:chgData name="Snyder, William" userId="6273dbcd-986c-43b3-bfb0-09a395bb7dd1" providerId="ADAL" clId="{46B06701-2E42-4CED-9CE2-2D693C131C9F}" dt="2026-10-18T19:27:51.978" v="620"/>
        <pc:sldMkLst>
          <pc:docMk/>
          <pc:sldMk cId="2277806433" sldId="258"/>
        </pc:sldMkLst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2277806433" sldId="258"/>
            <ac:picMk id="5" creationId="{A42EC3B3-43E1-89F3-3745-BBBFF888A399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2277806433" sldId="258"/>
            <ac:picMk id="7" creationId="{9E433426-B891-B5F7-E2F7-70BE78C7D7F6}"/>
          </ac:picMkLst>
        </pc:picChg>
        <pc:picChg chg="del">
          <ac:chgData name="Snyder, William" userId="6273dbcd-986c-43b3-bfb0-09a395bb7dd1" providerId="ADAL" clId="{46B06701-2E42-4CED-9CE2-2D693C131C9F}" dt="2026-10-18T19:10:36.411" v="593"/>
          <ac:picMkLst>
            <pc:docMk/>
            <pc:sldMk cId="2277806433" sldId="258"/>
            <ac:picMk id="18" creationId="{C95D5300-99CC-55F8-BFD6-995862FFA99D}"/>
          </ac:picMkLst>
        </pc:picChg>
      </pc:sldChg>
      <pc:sldChg chg="addSp delSp modSp modTransition modAnim">
        <pc:chgData name="Snyder, William" userId="6273dbcd-986c-43b3-bfb0-09a395bb7dd1" providerId="ADAL" clId="{46B06701-2E42-4CED-9CE2-2D693C131C9F}" dt="2026-10-18T19:27:51.978" v="620"/>
        <pc:sldMkLst>
          <pc:docMk/>
          <pc:sldMk cId="64136622" sldId="259"/>
        </pc:sldMkLst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64136622" sldId="259"/>
            <ac:picMk id="6" creationId="{6CF5AE3D-2E26-1A5A-6731-C9E98416DAAE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64136622" sldId="259"/>
            <ac:picMk id="8" creationId="{40E691F7-E67D-B129-7276-6CBC3A822E9F}"/>
          </ac:picMkLst>
        </pc:picChg>
        <pc:picChg chg="del">
          <ac:chgData name="Snyder, William" userId="6273dbcd-986c-43b3-bfb0-09a395bb7dd1" providerId="ADAL" clId="{46B06701-2E42-4CED-9CE2-2D693C131C9F}" dt="2026-10-18T19:10:36.411" v="593"/>
          <ac:picMkLst>
            <pc:docMk/>
            <pc:sldMk cId="64136622" sldId="259"/>
            <ac:picMk id="10" creationId="{87A3579A-5904-0DBD-5E02-90E490759CDC}"/>
          </ac:picMkLst>
        </pc:picChg>
      </pc:sldChg>
      <pc:sldChg chg="addSp delSp modSp mod modTransition delAnim modAnim">
        <pc:chgData name="Snyder, William" userId="6273dbcd-986c-43b3-bfb0-09a395bb7dd1" providerId="ADAL" clId="{46B06701-2E42-4CED-9CE2-2D693C131C9F}" dt="2026-10-18T19:27:51.978" v="620"/>
        <pc:sldMkLst>
          <pc:docMk/>
          <pc:sldMk cId="2897803905" sldId="260"/>
        </pc:sldMkLst>
        <pc:picChg chg="add del mod">
          <ac:chgData name="Snyder, William" userId="6273dbcd-986c-43b3-bfb0-09a395bb7dd1" providerId="ADAL" clId="{46B06701-2E42-4CED-9CE2-2D693C131C9F}" dt="2026-10-18T18:59:25.330" v="485" actId="931"/>
          <ac:picMkLst>
            <pc:docMk/>
            <pc:sldMk cId="2897803905" sldId="260"/>
            <ac:picMk id="5" creationId="{1F3786A9-2E9A-1DBF-5580-E9988568147B}"/>
          </ac:picMkLst>
        </pc:picChg>
        <pc:picChg chg="add del mod">
          <ac:chgData name="Snyder, William" userId="6273dbcd-986c-43b3-bfb0-09a395bb7dd1" providerId="ADAL" clId="{46B06701-2E42-4CED-9CE2-2D693C131C9F}" dt="2026-10-18T19:00:01.098" v="489" actId="478"/>
          <ac:picMkLst>
            <pc:docMk/>
            <pc:sldMk cId="2897803905" sldId="260"/>
            <ac:picMk id="7" creationId="{849CE970-F1F5-0F4E-52F6-015AD8CE7690}"/>
          </ac:picMkLst>
        </pc:picChg>
        <pc:picChg chg="add del mod">
          <ac:chgData name="Snyder, William" userId="6273dbcd-986c-43b3-bfb0-09a395bb7dd1" providerId="ADAL" clId="{46B06701-2E42-4CED-9CE2-2D693C131C9F}" dt="2026-10-18T19:01:33.350" v="492" actId="478"/>
          <ac:picMkLst>
            <pc:docMk/>
            <pc:sldMk cId="2897803905" sldId="260"/>
            <ac:picMk id="9" creationId="{E4D1E204-99EF-8C09-D2EF-AE4FD88DB523}"/>
          </ac:picMkLst>
        </pc:picChg>
        <pc:picChg chg="del">
          <ac:chgData name="Snyder, William" userId="6273dbcd-986c-43b3-bfb0-09a395bb7dd1" providerId="ADAL" clId="{46B06701-2E42-4CED-9CE2-2D693C131C9F}" dt="2026-10-18T18:59:15.948" v="482" actId="478"/>
          <ac:picMkLst>
            <pc:docMk/>
            <pc:sldMk cId="2897803905" sldId="260"/>
            <ac:picMk id="10" creationId="{F204542E-7E00-2E55-A3D6-C635D595DB2E}"/>
          </ac:picMkLst>
        </pc:picChg>
        <pc:picChg chg="add mod">
          <ac:chgData name="Snyder, William" userId="6273dbcd-986c-43b3-bfb0-09a395bb7dd1" providerId="ADAL" clId="{46B06701-2E42-4CED-9CE2-2D693C131C9F}" dt="2026-10-18T19:03:22.052" v="498" actId="14100"/>
          <ac:picMkLst>
            <pc:docMk/>
            <pc:sldMk cId="2897803905" sldId="260"/>
            <ac:picMk id="13" creationId="{239B6224-5C29-B1E0-3377-3B4894EF71C4}"/>
          </ac:picMkLst>
        </pc:picChg>
        <pc:picChg chg="del">
          <ac:chgData name="Snyder, William" userId="6273dbcd-986c-43b3-bfb0-09a395bb7dd1" providerId="ADAL" clId="{46B06701-2E42-4CED-9CE2-2D693C131C9F}" dt="2026-10-18T19:10:36.411" v="593"/>
          <ac:picMkLst>
            <pc:docMk/>
            <pc:sldMk cId="2897803905" sldId="260"/>
            <ac:picMk id="15" creationId="{1786346E-92E9-6E18-6008-7E9F44CE2FAE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2897803905" sldId="260"/>
            <ac:picMk id="16" creationId="{4B6437C6-EE82-4FA7-128C-ED9FECF0778E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2897803905" sldId="260"/>
            <ac:picMk id="18" creationId="{7ECEF3F6-5483-ACC3-C76D-A3DBA0EE2C5E}"/>
          </ac:picMkLst>
        </pc:picChg>
      </pc:sldChg>
      <pc:sldChg chg="addSp delSp modSp mod modTransition addAnim delAnim modAnim">
        <pc:chgData name="Snyder, William" userId="6273dbcd-986c-43b3-bfb0-09a395bb7dd1" providerId="ADAL" clId="{46B06701-2E42-4CED-9CE2-2D693C131C9F}" dt="2026-10-18T19:27:51.978" v="620"/>
        <pc:sldMkLst>
          <pc:docMk/>
          <pc:sldMk cId="1361806682" sldId="261"/>
        </pc:sldMkLst>
        <pc:picChg chg="add del mod">
          <ac:chgData name="Snyder, William" userId="6273dbcd-986c-43b3-bfb0-09a395bb7dd1" providerId="ADAL" clId="{46B06701-2E42-4CED-9CE2-2D693C131C9F}" dt="2026-10-18T19:05:18.751" v="516" actId="478"/>
          <ac:picMkLst>
            <pc:docMk/>
            <pc:sldMk cId="1361806682" sldId="261"/>
            <ac:picMk id="3" creationId="{34926F09-4A89-133E-4C1E-52EEAF7738BD}"/>
          </ac:picMkLst>
        </pc:picChg>
        <pc:picChg chg="add">
          <ac:chgData name="Snyder, William" userId="6273dbcd-986c-43b3-bfb0-09a395bb7dd1" providerId="ADAL" clId="{46B06701-2E42-4CED-9CE2-2D693C131C9F}" dt="2026-10-18T19:05:19.430" v="517" actId="22"/>
          <ac:picMkLst>
            <pc:docMk/>
            <pc:sldMk cId="1361806682" sldId="261"/>
            <ac:picMk id="7" creationId="{685FE1E1-796C-5A61-F1A9-689C91BE3084}"/>
          </ac:picMkLst>
        </pc:picChg>
        <pc:picChg chg="del">
          <ac:chgData name="Snyder, William" userId="6273dbcd-986c-43b3-bfb0-09a395bb7dd1" providerId="ADAL" clId="{46B06701-2E42-4CED-9CE2-2D693C131C9F}" dt="2026-10-18T19:03:53.334" v="501" actId="478"/>
          <ac:picMkLst>
            <pc:docMk/>
            <pc:sldMk cId="1361806682" sldId="261"/>
            <ac:picMk id="10" creationId="{F204542E-7E00-2E55-A3D6-C635D595DB2E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1361806682" sldId="261"/>
            <ac:picMk id="12" creationId="{48B5D6AF-DC4F-C60E-6FBF-66285E0B43DE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1361806682" sldId="261"/>
            <ac:picMk id="14" creationId="{2E363B78-C748-13DB-F516-85D44429465B}"/>
          </ac:picMkLst>
        </pc:picChg>
        <pc:picChg chg="add del">
          <ac:chgData name="Snyder, William" userId="6273dbcd-986c-43b3-bfb0-09a395bb7dd1" providerId="ADAL" clId="{46B06701-2E42-4CED-9CE2-2D693C131C9F}" dt="2026-10-18T19:10:36.411" v="593"/>
          <ac:picMkLst>
            <pc:docMk/>
            <pc:sldMk cId="1361806682" sldId="261"/>
            <ac:picMk id="15" creationId="{5734B992-6D55-8E54-08BF-14F6C5EEB302}"/>
          </ac:picMkLst>
        </pc:picChg>
      </pc:sldChg>
      <pc:sldChg chg="addSp delSp modSp mod modTransition modAnim">
        <pc:chgData name="Snyder, William" userId="6273dbcd-986c-43b3-bfb0-09a395bb7dd1" providerId="ADAL" clId="{46B06701-2E42-4CED-9CE2-2D693C131C9F}" dt="2026-10-18T19:27:51.978" v="620"/>
        <pc:sldMkLst>
          <pc:docMk/>
          <pc:sldMk cId="4215708788" sldId="262"/>
        </pc:sldMkLst>
        <pc:picChg chg="add">
          <ac:chgData name="Snyder, William" userId="6273dbcd-986c-43b3-bfb0-09a395bb7dd1" providerId="ADAL" clId="{46B06701-2E42-4CED-9CE2-2D693C131C9F}" dt="2026-10-18T19:05:09.074" v="514" actId="22"/>
          <ac:picMkLst>
            <pc:docMk/>
            <pc:sldMk cId="4215708788" sldId="262"/>
            <ac:picMk id="5" creationId="{87DEC82B-3C66-F523-9A27-BBF5A6E50AEA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4215708788" sldId="262"/>
            <ac:picMk id="8" creationId="{C591CE44-D0DE-BF5F-EC77-FE97442A90DE}"/>
          </ac:picMkLst>
        </pc:picChg>
        <pc:picChg chg="del">
          <ac:chgData name="Snyder, William" userId="6273dbcd-986c-43b3-bfb0-09a395bb7dd1" providerId="ADAL" clId="{46B06701-2E42-4CED-9CE2-2D693C131C9F}" dt="2026-10-18T19:05:12.450" v="515" actId="478"/>
          <ac:picMkLst>
            <pc:docMk/>
            <pc:sldMk cId="4215708788" sldId="262"/>
            <ac:picMk id="11" creationId="{E2447601-A495-C05C-9578-20828B770222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4215708788" sldId="262"/>
            <ac:picMk id="13" creationId="{E73FD1FE-511E-B246-65A9-60FF29053124}"/>
          </ac:picMkLst>
        </pc:picChg>
        <pc:picChg chg="del">
          <ac:chgData name="Snyder, William" userId="6273dbcd-986c-43b3-bfb0-09a395bb7dd1" providerId="ADAL" clId="{46B06701-2E42-4CED-9CE2-2D693C131C9F}" dt="2026-10-18T19:10:36.411" v="593"/>
          <ac:picMkLst>
            <pc:docMk/>
            <pc:sldMk cId="4215708788" sldId="262"/>
            <ac:picMk id="16" creationId="{5B93F39F-8609-4B69-2B77-AE8E0A2C6B8A}"/>
          </ac:picMkLst>
        </pc:picChg>
      </pc:sldChg>
      <pc:sldChg chg="addSp delSp modSp mod modTransition modAnim modNotesTx">
        <pc:chgData name="Snyder, William" userId="6273dbcd-986c-43b3-bfb0-09a395bb7dd1" providerId="ADAL" clId="{46B06701-2E42-4CED-9CE2-2D693C131C9F}" dt="2026-10-18T19:27:51.978" v="620"/>
        <pc:sldMkLst>
          <pc:docMk/>
          <pc:sldMk cId="2752851873" sldId="263"/>
        </pc:sldMkLst>
        <pc:picChg chg="del">
          <ac:chgData name="Snyder, William" userId="6273dbcd-986c-43b3-bfb0-09a395bb7dd1" providerId="ADAL" clId="{46B06701-2E42-4CED-9CE2-2D693C131C9F}" dt="2026-10-18T19:04:31.685" v="510" actId="478"/>
          <ac:picMkLst>
            <pc:docMk/>
            <pc:sldMk cId="2752851873" sldId="263"/>
            <ac:picMk id="2" creationId="{B2BBE9A2-8062-3C1C-605D-641B0FEC85BF}"/>
          </ac:picMkLst>
        </pc:picChg>
        <pc:picChg chg="add mod">
          <ac:chgData name="Snyder, William" userId="6273dbcd-986c-43b3-bfb0-09a395bb7dd1" providerId="ADAL" clId="{46B06701-2E42-4CED-9CE2-2D693C131C9F}" dt="2026-10-18T19:05:02.373" v="513" actId="1076"/>
          <ac:picMkLst>
            <pc:docMk/>
            <pc:sldMk cId="2752851873" sldId="263"/>
            <ac:picMk id="5" creationId="{89DB93E6-B733-441C-A29A-CD1005593148}"/>
          </ac:picMkLst>
        </pc:picChg>
        <pc:picChg chg="mod">
          <ac:chgData name="Snyder, William" userId="6273dbcd-986c-43b3-bfb0-09a395bb7dd1" providerId="ADAL" clId="{46B06701-2E42-4CED-9CE2-2D693C131C9F}" dt="2026-10-18T19:04:53.694" v="512" actId="14100"/>
          <ac:picMkLst>
            <pc:docMk/>
            <pc:sldMk cId="2752851873" sldId="263"/>
            <ac:picMk id="7" creationId="{AF0EC876-5A89-9277-52C3-9E0983419BDE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2752851873" sldId="263"/>
            <ac:picMk id="8" creationId="{1CD69FB8-6672-DC73-C71C-52FCC07DECA9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2752851873" sldId="263"/>
            <ac:picMk id="12" creationId="{164E3E5D-8F83-9EA3-9473-DE2E6A7B1CF4}"/>
          </ac:picMkLst>
        </pc:picChg>
        <pc:picChg chg="del">
          <ac:chgData name="Snyder, William" userId="6273dbcd-986c-43b3-bfb0-09a395bb7dd1" providerId="ADAL" clId="{46B06701-2E42-4CED-9CE2-2D693C131C9F}" dt="2026-10-18T19:10:36.411" v="593"/>
          <ac:picMkLst>
            <pc:docMk/>
            <pc:sldMk cId="2752851873" sldId="263"/>
            <ac:picMk id="19" creationId="{F63DFB37-0AE7-4A98-EC45-BA127754FED4}"/>
          </ac:picMkLst>
        </pc:picChg>
      </pc:sldChg>
      <pc:sldChg chg="addSp delSp modSp mod modTransition addAnim delAnim modAnim modNotesTx">
        <pc:chgData name="Snyder, William" userId="6273dbcd-986c-43b3-bfb0-09a395bb7dd1" providerId="ADAL" clId="{46B06701-2E42-4CED-9CE2-2D693C131C9F}" dt="2026-10-18T19:27:51.978" v="620"/>
        <pc:sldMkLst>
          <pc:docMk/>
          <pc:sldMk cId="1237946520" sldId="264"/>
        </pc:sldMkLst>
        <pc:picChg chg="del">
          <ac:chgData name="Snyder, William" userId="6273dbcd-986c-43b3-bfb0-09a395bb7dd1" providerId="ADAL" clId="{46B06701-2E42-4CED-9CE2-2D693C131C9F}" dt="2026-10-18T19:10:36.411" v="593"/>
          <ac:picMkLst>
            <pc:docMk/>
            <pc:sldMk cId="1237946520" sldId="264"/>
            <ac:picMk id="3" creationId="{FD645995-6114-7C17-189A-6DBC72766411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1237946520" sldId="264"/>
            <ac:picMk id="5" creationId="{4A13EAA4-C1EA-FBD1-BA1D-6701CC8D7AFF}"/>
          </ac:picMkLst>
        </pc:picChg>
        <pc:picChg chg="add mod">
          <ac:chgData name="Snyder, William" userId="6273dbcd-986c-43b3-bfb0-09a395bb7dd1" providerId="ADAL" clId="{46B06701-2E42-4CED-9CE2-2D693C131C9F}" dt="2026-10-18T19:22:02.762" v="608" actId="1076"/>
          <ac:picMkLst>
            <pc:docMk/>
            <pc:sldMk cId="1237946520" sldId="264"/>
            <ac:picMk id="6" creationId="{BC7C70DA-9BD0-E9CA-A070-89379221F315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1237946520" sldId="264"/>
            <ac:picMk id="8" creationId="{54B1EF14-8B84-6F09-608C-E23F914642B3}"/>
          </ac:picMkLst>
        </pc:picChg>
      </pc:sldChg>
      <pc:sldChg chg="addSp delSp modSp add del mod ord delAnim modNotesTx">
        <pc:chgData name="Snyder, William" userId="6273dbcd-986c-43b3-bfb0-09a395bb7dd1" providerId="ADAL" clId="{46B06701-2E42-4CED-9CE2-2D693C131C9F}" dt="2026-10-18T18:22:49.384" v="243" actId="47"/>
        <pc:sldMkLst>
          <pc:docMk/>
          <pc:sldMk cId="1347867696" sldId="265"/>
        </pc:sldMkLst>
        <pc:picChg chg="del">
          <ac:chgData name="Snyder, William" userId="6273dbcd-986c-43b3-bfb0-09a395bb7dd1" providerId="ADAL" clId="{46B06701-2E42-4CED-9CE2-2D693C131C9F}" dt="2026-10-18T17:31:59.375" v="46" actId="478"/>
          <ac:picMkLst>
            <pc:docMk/>
            <pc:sldMk cId="1347867696" sldId="265"/>
            <ac:picMk id="2" creationId="{B2BBE9A2-8062-3C1C-605D-641B0FEC85BF}"/>
          </ac:picMkLst>
        </pc:picChg>
        <pc:picChg chg="mod">
          <ac:chgData name="Snyder, William" userId="6273dbcd-986c-43b3-bfb0-09a395bb7dd1" providerId="ADAL" clId="{46B06701-2E42-4CED-9CE2-2D693C131C9F}" dt="2026-10-18T17:42:17.866" v="57" actId="14100"/>
          <ac:picMkLst>
            <pc:docMk/>
            <pc:sldMk cId="1347867696" sldId="265"/>
            <ac:picMk id="4" creationId="{49C507E3-6022-1B3B-973B-BBB75D53F368}"/>
          </ac:picMkLst>
        </pc:picChg>
        <pc:picChg chg="add del mod">
          <ac:chgData name="Snyder, William" userId="6273dbcd-986c-43b3-bfb0-09a395bb7dd1" providerId="ADAL" clId="{46B06701-2E42-4CED-9CE2-2D693C131C9F}" dt="2026-10-18T17:38:09.955" v="50" actId="478"/>
          <ac:picMkLst>
            <pc:docMk/>
            <pc:sldMk cId="1347867696" sldId="265"/>
            <ac:picMk id="5" creationId="{12F07A28-28AD-B7C0-683C-BB031F8FF999}"/>
          </ac:picMkLst>
        </pc:picChg>
        <pc:picChg chg="del">
          <ac:chgData name="Snyder, William" userId="6273dbcd-986c-43b3-bfb0-09a395bb7dd1" providerId="ADAL" clId="{46B06701-2E42-4CED-9CE2-2D693C131C9F}" dt="2026-10-18T17:31:56.989" v="45" actId="478"/>
          <ac:picMkLst>
            <pc:docMk/>
            <pc:sldMk cId="1347867696" sldId="265"/>
            <ac:picMk id="7" creationId="{AF0EC876-5A89-9277-52C3-9E0983419BDE}"/>
          </ac:picMkLst>
        </pc:picChg>
        <pc:picChg chg="add del mod">
          <ac:chgData name="Snyder, William" userId="6273dbcd-986c-43b3-bfb0-09a395bb7dd1" providerId="ADAL" clId="{46B06701-2E42-4CED-9CE2-2D693C131C9F}" dt="2026-10-18T17:50:46.203" v="72" actId="478"/>
          <ac:picMkLst>
            <pc:docMk/>
            <pc:sldMk cId="1347867696" sldId="265"/>
            <ac:picMk id="8" creationId="{8850906B-2E0C-371A-EC72-89FB94D8D18A}"/>
          </ac:picMkLst>
        </pc:picChg>
        <pc:picChg chg="del">
          <ac:chgData name="Snyder, William" userId="6273dbcd-986c-43b3-bfb0-09a395bb7dd1" providerId="ADAL" clId="{46B06701-2E42-4CED-9CE2-2D693C131C9F}" dt="2026-10-18T17:31:56.989" v="45" actId="478"/>
          <ac:picMkLst>
            <pc:docMk/>
            <pc:sldMk cId="1347867696" sldId="265"/>
            <ac:picMk id="9" creationId="{DC1F9C31-9852-29A0-C854-DF96DED47921}"/>
          </ac:picMkLst>
        </pc:picChg>
        <pc:picChg chg="del">
          <ac:chgData name="Snyder, William" userId="6273dbcd-986c-43b3-bfb0-09a395bb7dd1" providerId="ADAL" clId="{46B06701-2E42-4CED-9CE2-2D693C131C9F}" dt="2026-10-18T17:31:56.989" v="45" actId="478"/>
          <ac:picMkLst>
            <pc:docMk/>
            <pc:sldMk cId="1347867696" sldId="265"/>
            <ac:picMk id="11" creationId="{6C5067AF-AE11-F661-6947-8BD727EB84AD}"/>
          </ac:picMkLst>
        </pc:picChg>
        <pc:picChg chg="add del mod">
          <ac:chgData name="Snyder, William" userId="6273dbcd-986c-43b3-bfb0-09a395bb7dd1" providerId="ADAL" clId="{46B06701-2E42-4CED-9CE2-2D693C131C9F}" dt="2026-10-18T17:46:58.435" v="66" actId="478"/>
          <ac:picMkLst>
            <pc:docMk/>
            <pc:sldMk cId="1347867696" sldId="265"/>
            <ac:picMk id="12" creationId="{FE4FF0D6-7632-0232-DD03-E231922EE5D7}"/>
          </ac:picMkLst>
        </pc:picChg>
        <pc:picChg chg="del">
          <ac:chgData name="Snyder, William" userId="6273dbcd-986c-43b3-bfb0-09a395bb7dd1" providerId="ADAL" clId="{46B06701-2E42-4CED-9CE2-2D693C131C9F}" dt="2026-10-18T17:31:56.989" v="45" actId="478"/>
          <ac:picMkLst>
            <pc:docMk/>
            <pc:sldMk cId="1347867696" sldId="265"/>
            <ac:picMk id="13" creationId="{D5BDB336-77A8-28D1-1910-EAEC97EDEADF}"/>
          </ac:picMkLst>
        </pc:picChg>
        <pc:picChg chg="add mod">
          <ac:chgData name="Snyder, William" userId="6273dbcd-986c-43b3-bfb0-09a395bb7dd1" providerId="ADAL" clId="{46B06701-2E42-4CED-9CE2-2D693C131C9F}" dt="2026-10-18T17:47:12.758" v="71" actId="14100"/>
          <ac:picMkLst>
            <pc:docMk/>
            <pc:sldMk cId="1347867696" sldId="265"/>
            <ac:picMk id="15" creationId="{BF9E4E51-23F2-B14A-48E7-68217C84300C}"/>
          </ac:picMkLst>
        </pc:picChg>
        <pc:picChg chg="add mod">
          <ac:chgData name="Snyder, William" userId="6273dbcd-986c-43b3-bfb0-09a395bb7dd1" providerId="ADAL" clId="{46B06701-2E42-4CED-9CE2-2D693C131C9F}" dt="2026-10-18T17:51:02.049" v="77" actId="14100"/>
          <ac:picMkLst>
            <pc:docMk/>
            <pc:sldMk cId="1347867696" sldId="265"/>
            <ac:picMk id="17" creationId="{BCFD8906-6E1D-1133-AD19-F0C097FCFF73}"/>
          </ac:picMkLst>
        </pc:picChg>
        <pc:picChg chg="del">
          <ac:chgData name="Snyder, William" userId="6273dbcd-986c-43b3-bfb0-09a395bb7dd1" providerId="ADAL" clId="{46B06701-2E42-4CED-9CE2-2D693C131C9F}" dt="2026-10-18T17:31:56.989" v="45" actId="478"/>
          <ac:picMkLst>
            <pc:docMk/>
            <pc:sldMk cId="1347867696" sldId="265"/>
            <ac:picMk id="19" creationId="{F63DFB37-0AE7-4A98-EC45-BA127754FED4}"/>
          </ac:picMkLst>
        </pc:picChg>
      </pc:sldChg>
      <pc:sldChg chg="addSp delSp modSp add mod modTransition modAnim modNotesTx">
        <pc:chgData name="Snyder, William" userId="6273dbcd-986c-43b3-bfb0-09a395bb7dd1" providerId="ADAL" clId="{46B06701-2E42-4CED-9CE2-2D693C131C9F}" dt="2026-10-18T19:27:51.978" v="620"/>
        <pc:sldMkLst>
          <pc:docMk/>
          <pc:sldMk cId="1877531982" sldId="266"/>
        </pc:sldMkLst>
        <pc:picChg chg="add del mod">
          <ac:chgData name="Snyder, William" userId="6273dbcd-986c-43b3-bfb0-09a395bb7dd1" providerId="ADAL" clId="{46B06701-2E42-4CED-9CE2-2D693C131C9F}" dt="2026-10-18T18:22:20.678" v="240" actId="478"/>
          <ac:picMkLst>
            <pc:docMk/>
            <pc:sldMk cId="1877531982" sldId="266"/>
            <ac:picMk id="3" creationId="{D1C2314B-8059-18EC-7F93-AAF68B7BC489}"/>
          </ac:picMkLst>
        </pc:picChg>
        <pc:picChg chg="del">
          <ac:chgData name="Snyder, William" userId="6273dbcd-986c-43b3-bfb0-09a395bb7dd1" providerId="ADAL" clId="{46B06701-2E42-4CED-9CE2-2D693C131C9F}" dt="2026-10-18T18:03:42.696" v="217" actId="478"/>
          <ac:picMkLst>
            <pc:docMk/>
            <pc:sldMk cId="1877531982" sldId="266"/>
            <ac:picMk id="4" creationId="{A74629F2-932F-586E-0727-09A6E195FF39}"/>
          </ac:picMkLst>
        </pc:picChg>
        <pc:picChg chg="add del mod">
          <ac:chgData name="Snyder, William" userId="6273dbcd-986c-43b3-bfb0-09a395bb7dd1" providerId="ADAL" clId="{46B06701-2E42-4CED-9CE2-2D693C131C9F}" dt="2026-10-18T18:23:58.106" v="244" actId="478"/>
          <ac:picMkLst>
            <pc:docMk/>
            <pc:sldMk cId="1877531982" sldId="266"/>
            <ac:picMk id="6" creationId="{25C9E7EA-B850-F3EC-4D0E-B395C25EAF93}"/>
          </ac:picMkLst>
        </pc:picChg>
        <pc:picChg chg="add mod">
          <ac:chgData name="Snyder, William" userId="6273dbcd-986c-43b3-bfb0-09a395bb7dd1" providerId="ADAL" clId="{46B06701-2E42-4CED-9CE2-2D693C131C9F}" dt="2026-10-18T18:24:03.153" v="246"/>
          <ac:picMkLst>
            <pc:docMk/>
            <pc:sldMk cId="1877531982" sldId="266"/>
            <ac:picMk id="8" creationId="{9128D081-A747-A39D-0740-9998CC9A590F}"/>
          </ac:picMkLst>
        </pc:picChg>
        <pc:picChg chg="add del">
          <ac:chgData name="Snyder, William" userId="6273dbcd-986c-43b3-bfb0-09a395bb7dd1" providerId="ADAL" clId="{46B06701-2E42-4CED-9CE2-2D693C131C9F}" dt="2026-10-18T18:45:34.632" v="454" actId="478"/>
          <ac:picMkLst>
            <pc:docMk/>
            <pc:sldMk cId="1877531982" sldId="266"/>
            <ac:picMk id="10" creationId="{34AEBDAD-A0D3-8BA8-B2D6-87FDE46CCFA4}"/>
          </ac:picMkLst>
        </pc:picChg>
        <pc:picChg chg="add">
          <ac:chgData name="Snyder, William" userId="6273dbcd-986c-43b3-bfb0-09a395bb7dd1" providerId="ADAL" clId="{46B06701-2E42-4CED-9CE2-2D693C131C9F}" dt="2026-10-18T18:46:07.672" v="455" actId="22"/>
          <ac:picMkLst>
            <pc:docMk/>
            <pc:sldMk cId="1877531982" sldId="266"/>
            <ac:picMk id="12" creationId="{7D5DEFDC-B99D-F9A3-54DA-039675284673}"/>
          </ac:picMkLst>
        </pc:picChg>
        <pc:picChg chg="add mod">
          <ac:chgData name="Snyder, William" userId="6273dbcd-986c-43b3-bfb0-09a395bb7dd1" providerId="ADAL" clId="{46B06701-2E42-4CED-9CE2-2D693C131C9F}" dt="2026-10-18T18:47:18.464" v="458" actId="1076"/>
          <ac:picMkLst>
            <pc:docMk/>
            <pc:sldMk cId="1877531982" sldId="266"/>
            <ac:picMk id="13" creationId="{19AC006B-DBAF-A833-F527-BAED5F04A32B}"/>
          </ac:picMkLst>
        </pc:picChg>
        <pc:picChg chg="del">
          <ac:chgData name="Snyder, William" userId="6273dbcd-986c-43b3-bfb0-09a395bb7dd1" providerId="ADAL" clId="{46B06701-2E42-4CED-9CE2-2D693C131C9F}" dt="2026-10-18T18:03:42.696" v="217" actId="478"/>
          <ac:picMkLst>
            <pc:docMk/>
            <pc:sldMk cId="1877531982" sldId="266"/>
            <ac:picMk id="15" creationId="{B2A7DDB9-8B32-7369-3642-9EF31A244245}"/>
          </ac:picMkLst>
        </pc:picChg>
        <pc:picChg chg="add del mod">
          <ac:chgData name="Snyder, William" userId="6273dbcd-986c-43b3-bfb0-09a395bb7dd1" providerId="ADAL" clId="{46B06701-2E42-4CED-9CE2-2D693C131C9F}" dt="2026-10-18T19:19:08.452" v="606"/>
          <ac:picMkLst>
            <pc:docMk/>
            <pc:sldMk cId="1877531982" sldId="266"/>
            <ac:picMk id="16" creationId="{5BAAFE8E-8C74-2CD2-276A-B565B4987A4A}"/>
          </ac:picMkLst>
        </pc:picChg>
        <pc:picChg chg="del">
          <ac:chgData name="Snyder, William" userId="6273dbcd-986c-43b3-bfb0-09a395bb7dd1" providerId="ADAL" clId="{46B06701-2E42-4CED-9CE2-2D693C131C9F}" dt="2026-10-18T18:03:42.696" v="217" actId="478"/>
          <ac:picMkLst>
            <pc:docMk/>
            <pc:sldMk cId="1877531982" sldId="266"/>
            <ac:picMk id="17" creationId="{F158321E-6D07-B4F7-1554-AB7C8A94A5A9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1877531982" sldId="266"/>
            <ac:picMk id="22" creationId="{15F0CC77-DD81-B333-9AD3-9E3DA6775923}"/>
          </ac:picMkLst>
        </pc:picChg>
      </pc:sldChg>
      <pc:sldChg chg="addSp delSp modSp add mod ord modTransition modAnim modNotesTx">
        <pc:chgData name="Snyder, William" userId="6273dbcd-986c-43b3-bfb0-09a395bb7dd1" providerId="ADAL" clId="{46B06701-2E42-4CED-9CE2-2D693C131C9F}" dt="2026-10-18T19:27:51.978" v="620"/>
        <pc:sldMkLst>
          <pc:docMk/>
          <pc:sldMk cId="3782785980" sldId="267"/>
        </pc:sldMkLst>
        <pc:picChg chg="del">
          <ac:chgData name="Snyder, William" userId="6273dbcd-986c-43b3-bfb0-09a395bb7dd1" providerId="ADAL" clId="{46B06701-2E42-4CED-9CE2-2D693C131C9F}" dt="2026-10-18T18:04:41.890" v="221" actId="478"/>
          <ac:picMkLst>
            <pc:docMk/>
            <pc:sldMk cId="3782785980" sldId="267"/>
            <ac:picMk id="3" creationId="{C2FE657E-F77C-A2A6-C8C7-E6278A897D69}"/>
          </ac:picMkLst>
        </pc:picChg>
        <pc:picChg chg="add del mod">
          <ac:chgData name="Snyder, William" userId="6273dbcd-986c-43b3-bfb0-09a395bb7dd1" providerId="ADAL" clId="{46B06701-2E42-4CED-9CE2-2D693C131C9F}" dt="2026-10-18T18:20:38.486" v="237" actId="478"/>
          <ac:picMkLst>
            <pc:docMk/>
            <pc:sldMk cId="3782785980" sldId="267"/>
            <ac:picMk id="4" creationId="{96AFF1AE-75FD-EA03-765E-E8FFDF3F513A}"/>
          </ac:picMkLst>
        </pc:picChg>
        <pc:picChg chg="add mod">
          <ac:chgData name="Snyder, William" userId="6273dbcd-986c-43b3-bfb0-09a395bb7dd1" providerId="ADAL" clId="{46B06701-2E42-4CED-9CE2-2D693C131C9F}" dt="2026-10-18T18:20:41.873" v="239"/>
          <ac:picMkLst>
            <pc:docMk/>
            <pc:sldMk cId="3782785980" sldId="267"/>
            <ac:picMk id="6" creationId="{CB5EFD3D-942A-ED7F-6F68-4BA25B604A43}"/>
          </ac:picMkLst>
        </pc:picChg>
        <pc:picChg chg="add">
          <ac:chgData name="Snyder, William" userId="6273dbcd-986c-43b3-bfb0-09a395bb7dd1" providerId="ADAL" clId="{46B06701-2E42-4CED-9CE2-2D693C131C9F}" dt="2026-10-18T18:33:35.429" v="255" actId="22"/>
          <ac:picMkLst>
            <pc:docMk/>
            <pc:sldMk cId="3782785980" sldId="267"/>
            <ac:picMk id="8" creationId="{12C90C51-1FC0-96AA-8E50-A9940F20C455}"/>
          </ac:picMkLst>
        </pc:picChg>
        <pc:picChg chg="add del mod">
          <ac:chgData name="Snyder, William" userId="6273dbcd-986c-43b3-bfb0-09a395bb7dd1" providerId="ADAL" clId="{46B06701-2E42-4CED-9CE2-2D693C131C9F}" dt="2026-10-18T19:17:23.664" v="603"/>
          <ac:picMkLst>
            <pc:docMk/>
            <pc:sldMk cId="3782785980" sldId="267"/>
            <ac:picMk id="10" creationId="{4E17C5C1-7074-8375-C7F0-2BCD18BDCAF0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3782785980" sldId="267"/>
            <ac:picMk id="12" creationId="{B84FE48E-9348-1114-FF43-F91B2DA771B8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3782785980" sldId="267"/>
            <ac:picMk id="14" creationId="{40D70DA5-C561-CAE4-718F-4B3E47633088}"/>
          </ac:picMkLst>
        </pc:picChg>
      </pc:sldChg>
      <pc:sldChg chg="addSp delSp modSp add mod ord modTransition modAnim modNotesTx">
        <pc:chgData name="Snyder, William" userId="6273dbcd-986c-43b3-bfb0-09a395bb7dd1" providerId="ADAL" clId="{46B06701-2E42-4CED-9CE2-2D693C131C9F}" dt="2026-10-18T19:27:51.978" v="620"/>
        <pc:sldMkLst>
          <pc:docMk/>
          <pc:sldMk cId="3138474197" sldId="268"/>
        </pc:sldMkLst>
        <pc:picChg chg="add del mod">
          <ac:chgData name="Snyder, William" userId="6273dbcd-986c-43b3-bfb0-09a395bb7dd1" providerId="ADAL" clId="{46B06701-2E42-4CED-9CE2-2D693C131C9F}" dt="2026-10-18T18:16:23.983" v="230" actId="478"/>
          <ac:picMkLst>
            <pc:docMk/>
            <pc:sldMk cId="3138474197" sldId="268"/>
            <ac:picMk id="3" creationId="{19BD27B5-F360-2ED5-7E59-AD5925B79909}"/>
          </ac:picMkLst>
        </pc:picChg>
        <pc:picChg chg="del">
          <ac:chgData name="Snyder, William" userId="6273dbcd-986c-43b3-bfb0-09a395bb7dd1" providerId="ADAL" clId="{46B06701-2E42-4CED-9CE2-2D693C131C9F}" dt="2026-10-18T18:09:36.051" v="225" actId="478"/>
          <ac:picMkLst>
            <pc:docMk/>
            <pc:sldMk cId="3138474197" sldId="268"/>
            <ac:picMk id="4" creationId="{CC2CDF1D-1EFF-4495-41D4-719F35A2442E}"/>
          </ac:picMkLst>
        </pc:picChg>
        <pc:picChg chg="add mod">
          <ac:chgData name="Snyder, William" userId="6273dbcd-986c-43b3-bfb0-09a395bb7dd1" providerId="ADAL" clId="{46B06701-2E42-4CED-9CE2-2D693C131C9F}" dt="2026-10-18T18:16:29.286" v="232"/>
          <ac:picMkLst>
            <pc:docMk/>
            <pc:sldMk cId="3138474197" sldId="268"/>
            <ac:picMk id="6" creationId="{9757A29A-FE0C-FA25-7764-72A4A32ECBDB}"/>
          </ac:picMkLst>
        </pc:picChg>
        <pc:picChg chg="add del mod">
          <ac:chgData name="Snyder, William" userId="6273dbcd-986c-43b3-bfb0-09a395bb7dd1" providerId="ADAL" clId="{46B06701-2E42-4CED-9CE2-2D693C131C9F}" dt="2026-10-18T19:17:02.363" v="601"/>
          <ac:picMkLst>
            <pc:docMk/>
            <pc:sldMk cId="3138474197" sldId="268"/>
            <ac:picMk id="8" creationId="{4344BE84-7A2C-4FF5-A362-159D07C2566D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3138474197" sldId="268"/>
            <ac:picMk id="13" creationId="{6C32F9F5-B67D-6142-60AD-531BB4A1EB5D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3138474197" sldId="268"/>
            <ac:picMk id="15" creationId="{D16B1BB0-9554-385E-A595-992ACAED3470}"/>
          </ac:picMkLst>
        </pc:picChg>
      </pc:sldChg>
      <pc:sldChg chg="addSp delSp modSp add mod modTransition modAnim modNotesTx">
        <pc:chgData name="Snyder, William" userId="6273dbcd-986c-43b3-bfb0-09a395bb7dd1" providerId="ADAL" clId="{46B06701-2E42-4CED-9CE2-2D693C131C9F}" dt="2026-10-18T19:27:51.978" v="620"/>
        <pc:sldMkLst>
          <pc:docMk/>
          <pc:sldMk cId="286720095" sldId="269"/>
        </pc:sldMkLst>
        <pc:picChg chg="add mod">
          <ac:chgData name="Snyder, William" userId="6273dbcd-986c-43b3-bfb0-09a395bb7dd1" providerId="ADAL" clId="{46B06701-2E42-4CED-9CE2-2D693C131C9F}" dt="2026-10-18T18:41:47.203" v="383" actId="1076"/>
          <ac:picMkLst>
            <pc:docMk/>
            <pc:sldMk cId="286720095" sldId="269"/>
            <ac:picMk id="3" creationId="{5A19EC33-7A2A-67FF-F399-9A47B0DA395E}"/>
          </ac:picMkLst>
        </pc:picChg>
        <pc:picChg chg="add del mod">
          <ac:chgData name="Snyder, William" userId="6273dbcd-986c-43b3-bfb0-09a395bb7dd1" providerId="ADAL" clId="{46B06701-2E42-4CED-9CE2-2D693C131C9F}" dt="2026-10-18T19:17:20.308" v="602"/>
          <ac:picMkLst>
            <pc:docMk/>
            <pc:sldMk cId="286720095" sldId="269"/>
            <ac:picMk id="5" creationId="{2EA89568-380F-9161-A4BD-96DBDBE2C490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286720095" sldId="269"/>
            <ac:picMk id="9" creationId="{ED7E875F-D100-9CB0-6FC8-56960042776B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286720095" sldId="269"/>
            <ac:picMk id="11" creationId="{9B37B1FC-2D76-5777-D7B1-13E1DEFE5F2B}"/>
          </ac:picMkLst>
        </pc:picChg>
      </pc:sldChg>
      <pc:sldChg chg="addSp delSp modSp add mod modTransition modAnim modNotesTx">
        <pc:chgData name="Snyder, William" userId="6273dbcd-986c-43b3-bfb0-09a395bb7dd1" providerId="ADAL" clId="{46B06701-2E42-4CED-9CE2-2D693C131C9F}" dt="2026-10-18T19:27:51.978" v="620"/>
        <pc:sldMkLst>
          <pc:docMk/>
          <pc:sldMk cId="3418571452" sldId="270"/>
        </pc:sldMkLst>
        <pc:picChg chg="add del mod">
          <ac:chgData name="Snyder, William" userId="6273dbcd-986c-43b3-bfb0-09a395bb7dd1" providerId="ADAL" clId="{46B06701-2E42-4CED-9CE2-2D693C131C9F}" dt="2026-10-18T19:17:26.536" v="604"/>
          <ac:picMkLst>
            <pc:docMk/>
            <pc:sldMk cId="3418571452" sldId="270"/>
            <ac:picMk id="3" creationId="{C5C92238-9DC9-BFF9-FD08-6C71B015E792}"/>
          </ac:picMkLst>
        </pc:picChg>
        <pc:picChg chg="add del mod">
          <ac:chgData name="Snyder, William" userId="6273dbcd-986c-43b3-bfb0-09a395bb7dd1" providerId="ADAL" clId="{46B06701-2E42-4CED-9CE2-2D693C131C9F}" dt="2026-10-18T19:23:35.792" v="615"/>
          <ac:picMkLst>
            <pc:docMk/>
            <pc:sldMk cId="3418571452" sldId="270"/>
            <ac:picMk id="5" creationId="{804201D9-48F8-CD95-BFA5-6EE7B184E929}"/>
          </ac:picMkLst>
        </pc:picChg>
        <pc:picChg chg="mod">
          <ac:chgData name="Snyder, William" userId="6273dbcd-986c-43b3-bfb0-09a395bb7dd1" providerId="ADAL" clId="{46B06701-2E42-4CED-9CE2-2D693C131C9F}" dt="2026-10-18T18:34:10.103" v="257" actId="1076"/>
          <ac:picMkLst>
            <pc:docMk/>
            <pc:sldMk cId="3418571452" sldId="270"/>
            <ac:picMk id="8" creationId="{F9B1FDDD-45DF-DD4E-2D6F-DB8F42536CEF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3418571452" sldId="270"/>
            <ac:picMk id="11" creationId="{B1E02149-86FD-641F-CA27-5835B2E90339}"/>
          </ac:picMkLst>
        </pc:picChg>
      </pc:sldChg>
      <pc:sldChg chg="addSp delSp modSp add mod modTransition modAnim modNotesTx">
        <pc:chgData name="Snyder, William" userId="6273dbcd-986c-43b3-bfb0-09a395bb7dd1" providerId="ADAL" clId="{46B06701-2E42-4CED-9CE2-2D693C131C9F}" dt="2026-10-18T19:27:51.978" v="620"/>
        <pc:sldMkLst>
          <pc:docMk/>
          <pc:sldMk cId="564077931" sldId="271"/>
        </pc:sldMkLst>
        <pc:spChg chg="add del">
          <ac:chgData name="Snyder, William" userId="6273dbcd-986c-43b3-bfb0-09a395bb7dd1" providerId="ADAL" clId="{46B06701-2E42-4CED-9CE2-2D693C131C9F}" dt="2026-10-18T18:50:16.499" v="474" actId="22"/>
          <ac:spMkLst>
            <pc:docMk/>
            <pc:sldMk cId="564077931" sldId="271"/>
            <ac:spMk id="3" creationId="{43CA9940-A572-164E-840F-1FB6F33EC5F4}"/>
          </ac:spMkLst>
        </pc:spChg>
        <pc:picChg chg="add mod">
          <ac:chgData name="Snyder, William" userId="6273dbcd-986c-43b3-bfb0-09a395bb7dd1" providerId="ADAL" clId="{46B06701-2E42-4CED-9CE2-2D693C131C9F}" dt="2026-10-18T18:50:35.081" v="476" actId="1076"/>
          <ac:picMkLst>
            <pc:docMk/>
            <pc:sldMk cId="564077931" sldId="271"/>
            <ac:picMk id="4" creationId="{A2BA5C23-BAEF-2568-AEA9-5FE03D8118D9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564077931" sldId="271"/>
            <ac:picMk id="6" creationId="{7C0463BF-2FD1-3703-3B72-CA895AF1E45F}"/>
          </ac:picMkLst>
        </pc:picChg>
        <pc:picChg chg="del mod">
          <ac:chgData name="Snyder, William" userId="6273dbcd-986c-43b3-bfb0-09a395bb7dd1" providerId="ADAL" clId="{46B06701-2E42-4CED-9CE2-2D693C131C9F}" dt="2026-10-18T18:50:06.842" v="472" actId="478"/>
          <ac:picMkLst>
            <pc:docMk/>
            <pc:sldMk cId="564077931" sldId="271"/>
            <ac:picMk id="10" creationId="{50489ACE-2812-56D8-E23B-0ABA21465A31}"/>
          </ac:picMkLst>
        </pc:picChg>
      </pc:sldChg>
      <pc:sldChg chg="addSp delSp modSp add mod modTransition modNotesTx">
        <pc:chgData name="Snyder, William" userId="6273dbcd-986c-43b3-bfb0-09a395bb7dd1" providerId="ADAL" clId="{46B06701-2E42-4CED-9CE2-2D693C131C9F}" dt="2026-10-18T19:27:51.978" v="620"/>
        <pc:sldMkLst>
          <pc:docMk/>
          <pc:sldMk cId="1454812986" sldId="272"/>
        </pc:sldMkLst>
        <pc:picChg chg="add mod">
          <ac:chgData name="Snyder, William" userId="6273dbcd-986c-43b3-bfb0-09a395bb7dd1" providerId="ADAL" clId="{46B06701-2E42-4CED-9CE2-2D693C131C9F}" dt="2026-10-18T18:51:33.709" v="481" actId="1076"/>
          <ac:picMkLst>
            <pc:docMk/>
            <pc:sldMk cId="1454812986" sldId="272"/>
            <ac:picMk id="3" creationId="{BFA8F986-4E28-4317-8060-372BAB4C6534}"/>
          </ac:picMkLst>
        </pc:picChg>
        <pc:picChg chg="add mod">
          <ac:chgData name="Snyder, William" userId="6273dbcd-986c-43b3-bfb0-09a395bb7dd1" providerId="ADAL" clId="{46B06701-2E42-4CED-9CE2-2D693C131C9F}" dt="2026-10-18T19:27:51.978" v="620"/>
          <ac:picMkLst>
            <pc:docMk/>
            <pc:sldMk cId="1454812986" sldId="272"/>
            <ac:picMk id="5" creationId="{04FCD68C-E616-EC6F-B4BF-F780EDF7E8CC}"/>
          </ac:picMkLst>
        </pc:picChg>
        <pc:picChg chg="del">
          <ac:chgData name="Snyder, William" userId="6273dbcd-986c-43b3-bfb0-09a395bb7dd1" providerId="ADAL" clId="{46B06701-2E42-4CED-9CE2-2D693C131C9F}" dt="2026-10-18T18:51:13.443" v="478" actId="478"/>
          <ac:picMkLst>
            <pc:docMk/>
            <pc:sldMk cId="1454812986" sldId="272"/>
            <ac:picMk id="8" creationId="{75DB9ABE-F1A8-9A4B-2D3D-E012FDF4D830}"/>
          </ac:picMkLst>
        </pc:picChg>
        <pc:picChg chg="del mod">
          <ac:chgData name="Snyder, William" userId="6273dbcd-986c-43b3-bfb0-09a395bb7dd1" providerId="ADAL" clId="{46B06701-2E42-4CED-9CE2-2D693C131C9F}" dt="2026-10-18T18:51:17.025" v="479" actId="478"/>
          <ac:picMkLst>
            <pc:docMk/>
            <pc:sldMk cId="1454812986" sldId="272"/>
            <ac:picMk id="10" creationId="{90DB6878-9617-EF27-5EB6-2265B127FA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488FD-1F2C-456D-9200-DFB41D3A5613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F347C-5E8A-4626-9199-203C6EB56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8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look. [ET appears (in the distance), small and out of center]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my friend ET!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is from another planet, and he wants to learn all about Earth.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let's help him!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5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[ET appears, now larger and centered.]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ET!  [...]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Hi...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2CDC-3C64-E1E8-F0B7-AD709B26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E5632-1474-AD5C-19A5-6F7ACE90C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27CE7-12B4-045D-1B32-32DAF6DCC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 what we'll do. We’ll LOOK at some PICTURES with ET, ...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we’ll listen to a recording that matches one of the pictures.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guess what: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get to be the teacher!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 show ET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picture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it.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ET:  Hello Teacher!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122FF-1C0A-B17E-0BB8-25028C44F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01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F43C-A0B3-CD53-5735-6A81DE3B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13B58-6D28-99C4-67A1-F8795775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85D8F-DEEF-747C-9BF4-17F7F5D9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we start, let's go over the characters in the pictures.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might have seen some of them before.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Big Bird,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84AA-946E-7DA1-CC26-199A91AF6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14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F43C-A0B3-CD53-5735-6A81DE3B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13B58-6D28-99C4-67A1-F8795775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85D8F-DEEF-747C-9BF4-17F7F5D9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Kermit the Frog,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84AA-946E-7DA1-CC26-199A91AF6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9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F43C-A0B3-CD53-5735-6A81DE3B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13B58-6D28-99C4-67A1-F8795775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85D8F-DEEF-747C-9BF4-17F7F5D9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Miss Piggy.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84AA-946E-7DA1-CC26-199A91AF6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94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F43C-A0B3-CD53-5735-6A81DE3B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13B58-6D28-99C4-67A1-F8795775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85D8F-DEEF-747C-9BF4-17F7F5D9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 also see Cookie Monster,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84AA-946E-7DA1-CC26-199A91AF6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75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F43C-A0B3-CD53-5735-6A81DE3B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13B58-6D28-99C4-67A1-F8795775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85D8F-DEEF-747C-9BF4-17F7F5D9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might even see Grover!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84AA-946E-7DA1-CC26-199A91AF6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83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F43C-A0B3-CD53-5735-6A81DE3B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13B58-6D28-99C4-67A1-F8795775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85D8F-DEEF-747C-9BF4-17F7F5D9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Here’s an example.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84AA-946E-7DA1-CC26-199A91AF6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54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D0A0-41A5-80DF-2F12-0FF0A65E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D3F59-CDCB-8ED3-AF38-2CE37E565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E3962-607A-EC5D-CCF7-E524799E5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we see two pictures, side by side...</a:t>
            </a:r>
          </a:p>
          <a:p>
            <a:r>
              <a:rPr lang="en-US" dirty="0"/>
              <a:t>And suppose we hear a recording that says, “Big Bird is on the Box”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7C879-9CAB-DF15-0847-368EB4E46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97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3A763-A05C-3DF8-A69E-C11EE17D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363B8-584B-7148-B782-3BC269550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BAA12-28EA-261E-E82C-BFE5E08D0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Well... Big Bird is in </a:t>
            </a:r>
            <a:r>
              <a:rPr lang="en-US" sz="120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picture, so we </a:t>
            </a:r>
            <a:r>
              <a:rPr lang="en-US" sz="120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 click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this picture...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14902-5875-DD8A-B82A-C1C21787F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89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0DD6-93AF-0635-AE71-CF36754BD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07B38-05FB-09BB-8DB8-360DD9898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75FC5-9CA4-D62E-39DB-FA2EB2EB0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Big Bird isn’t on the box... Cookie Monster is!!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2D8E0-7702-7D6A-13B0-2FE18B6EA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81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154B-29A9-A032-08C4-D458D8A1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ABD70-9CF3-205D-EEDE-066B59F78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46E02-ED19-7AC7-1DB1-D3BA67759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let's check the other picture. Here we see BB again, and this time </a:t>
            </a:r>
            <a:r>
              <a:rPr lang="en-US" sz="120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So, we actually click on this picture. This is the one that matches.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43C97-4E85-C599-6DFD-AA73FE371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19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4FAE-D46F-B783-5C9D-1F284536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7E3E5-4C57-9103-353C-0978F5F3B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B4D8E-B591-A459-5691-5A7C16908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this point we've made our choice,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if we still want to double-check,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listen to the recording more one more time.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do that, we click on </a:t>
            </a:r>
            <a:r>
              <a:rPr lang="en-US" sz="120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button.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["Big Bird is on the box“]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626AC-CBAA-0EDE-3F8F-5908B54A7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32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9C8E5-DA90-FC90-1FA9-45F42F5E0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9FC6E-144C-9B6F-8882-CD8367FBB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4090F-8863-737B-848C-4DC6EE858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Great! We definitely want the picture with BB on the box! So, now we tell ET that we're done, by clicking on the green rectangle: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B47A6-E4F6-9A62-4DED-4ED2064F2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02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B311-9E98-34CA-24E9-113AAD139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D6CCC-D2B4-5AA5-6148-236CA1E59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5718C-5BCE-8EE4-0C38-DA71ED929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it's your turn, Teacher. Let's do one more for practice.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A78F7-729D-D175-25C4-1BBACCF7A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F347C-5E8A-4626-9199-203C6EB56DB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8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6A91-6FE5-D02E-E783-6074C69B5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4E23E-FD79-F6E5-C505-FED972B40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AB71-D02C-0BA4-898E-D85E6E93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ACE9-9F85-0A88-1ADC-E3C19D28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198D8-D007-901F-0708-32794F9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21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958D-4C6D-87C6-56A8-473FEE67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BFDEE-1DDB-F470-8DC2-07970BC7B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C10ED-9FD9-9387-8FB5-42D8D9AE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99F09-FFF4-C76E-1CCA-ED80E276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BF5C3-0CD7-646A-C25B-19A059CC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0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14AF-4680-375C-CE5A-2B9041E0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06C0D-AB3A-1B7F-9801-55DE9EB18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C6960-997E-C5DB-8982-8608BFFA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92081-B5CE-0785-3BCF-62CAD0E74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3B1A3-3736-7758-851B-7261C8BD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8EE85-78AE-EC30-32A9-DDD9962C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31D5-BB48-2C8A-B713-F68CB1320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E5524-5CF0-7EE5-26B6-4F4702E12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CE347-AC87-3E99-A87B-F2C0A4AAE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45360-0FFD-FDFD-DB9D-AD502F9E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7D3DC-BA16-3A4F-B51E-C529F3A9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76BB-3AA5-7400-D51A-7BB71D05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66B13-415E-E07A-AC17-FCB6F5FCA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4D164-807B-1A34-2438-4D74F357F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804D8-2A27-0134-118C-C5E18AB1D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AF9E9-F710-4C44-F242-C8AC1C4A7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4A28B-6EF5-DDDE-A501-B520ADCA7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11FC9-AE80-FE09-955D-D310417C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914F3-0FCC-63BC-B0E2-4444FE02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4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7595-AFA2-9743-6C9E-7DF42F9D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8ABAD-FE38-07EB-CBBC-1E908F12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26F8E-C5D4-6D25-E04E-AC066420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35740-6106-1278-B79C-36C38D8D9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35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AC710C-A0DD-2F09-2301-81A7DDF8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B36FA-2C8B-8689-AC99-87447E59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58514-AFA5-E981-5874-E29154C3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81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31EF-6C9C-6283-80C8-12769506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EEE12-A98D-0120-6106-E966823AE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559F-F3C4-993C-D454-6176D3998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A34A7-5D33-E173-D91C-7DACE5D2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853E9-ED27-49A7-E19F-D431DC5E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8FFFB-8112-120D-A12B-79A2E2C5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5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04A0-C837-26BB-01BB-7F1B53435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7AC4E-4262-F8A7-534F-0152CB69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E3BA0-9DE2-7FE6-29ED-33FB5C8FB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8C0E1-9E59-91DA-6B8A-65DC9D19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15BF0-12BF-4D4D-C0FB-F4CADC89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2B95F-C55F-97AF-5285-AAE62ECC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4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3DCE-4D1C-4BC0-E6A4-DE84D24C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B85C6-127C-5F2D-23C1-1DBA2D520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82CC7-249D-A66A-2E9E-9F32CE26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31D58-CA99-C5DC-F852-5617C1ED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80F2F-64DF-EE42-111F-A5F42583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8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87EA1-988F-1341-07C3-5DA372B22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D4A81-80CD-07F3-3FE2-28FA140C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354EF-91C6-AE5B-07DE-9AD0A8CE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E6611-DE91-8427-3183-49539606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030F2-71F4-69CE-44CB-F555A4EF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3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6C8913-6D23-360F-8BC1-1FC7C78A9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9EDAF-9C58-448B-C130-A3614C151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D4FF7-9422-1EB5-B8D9-04C32DAF6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38D2A-FED7-463E-BAC4-08866D6436E0}" type="datetimeFigureOut">
              <a:rPr lang="en-US" smtClean="0"/>
              <a:t>2026-10-18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5AF47-FDC2-BD72-5487-8D7BEF2F6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B30FE-AC05-93D0-28E1-11EB85D7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36B29-A5AA-43C9-8B2C-C4DDEC2D7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4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7" Type="http://schemas.openxmlformats.org/officeDocument/2006/relationships/image" Target="../media/image2.png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7" Type="http://schemas.openxmlformats.org/officeDocument/2006/relationships/image" Target="../media/image2.png"/><Relationship Id="rId2" Type="http://schemas.microsoft.com/office/2007/relationships/media" Target="../media/media2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7" Type="http://schemas.openxmlformats.org/officeDocument/2006/relationships/image" Target="../media/image2.png"/><Relationship Id="rId2" Type="http://schemas.microsoft.com/office/2007/relationships/media" Target="../media/media3.m4a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4.m4a"/><Relationship Id="rId7" Type="http://schemas.openxmlformats.org/officeDocument/2006/relationships/image" Target="../media/image3.png"/><Relationship Id="rId2" Type="http://schemas.microsoft.com/office/2007/relationships/media" Target="../media/media4.m4a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audio" Target="../media/media5.m4a"/><Relationship Id="rId7" Type="http://schemas.openxmlformats.org/officeDocument/2006/relationships/image" Target="../media/image3.png"/><Relationship Id="rId2" Type="http://schemas.microsoft.com/office/2007/relationships/media" Target="../media/media5.m4a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audio" Target="../media/media6.m4a"/><Relationship Id="rId7" Type="http://schemas.openxmlformats.org/officeDocument/2006/relationships/image" Target="../media/image3.png"/><Relationship Id="rId2" Type="http://schemas.microsoft.com/office/2007/relationships/media" Target="../media/media6.m4a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audio" Target="../media/media7.m4a"/><Relationship Id="rId7" Type="http://schemas.openxmlformats.org/officeDocument/2006/relationships/image" Target="../media/image4.png"/><Relationship Id="rId2" Type="http://schemas.microsoft.com/office/2007/relationships/media" Target="../media/media7.m4a"/><Relationship Id="rId1" Type="http://schemas.openxmlformats.org/officeDocument/2006/relationships/tags" Target="../tags/tag7.xml"/><Relationship Id="rId6" Type="http://schemas.openxmlformats.org/officeDocument/2006/relationships/image" Target="../media/image1.png"/><Relationship Id="rId11" Type="http://schemas.openxmlformats.org/officeDocument/2006/relationships/image" Target="../media/image2.png"/><Relationship Id="rId5" Type="http://schemas.openxmlformats.org/officeDocument/2006/relationships/notesSlide" Target="../notesSlides/notesSlide7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media8.m4a"/><Relationship Id="rId7" Type="http://schemas.openxmlformats.org/officeDocument/2006/relationships/image" Target="../media/image3.png"/><Relationship Id="rId12" Type="http://schemas.openxmlformats.org/officeDocument/2006/relationships/image" Target="../media/image2.png"/><Relationship Id="rId2" Type="http://schemas.microsoft.com/office/2007/relationships/media" Target="../media/media8.m4a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audio" Target="../media/media9.m4a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microsoft.com/office/2007/relationships/media" Target="../media/media9.m4a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0.m4a"/><Relationship Id="rId7" Type="http://schemas.openxmlformats.org/officeDocument/2006/relationships/image" Target="../media/image2.png"/><Relationship Id="rId2" Type="http://schemas.microsoft.com/office/2007/relationships/media" Target="../media/media10.m4a"/><Relationship Id="rId1" Type="http://schemas.openxmlformats.org/officeDocument/2006/relationships/tags" Target="../tags/tag10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11.m4a"/><Relationship Id="rId7" Type="http://schemas.openxmlformats.org/officeDocument/2006/relationships/image" Target="../media/image9.png"/><Relationship Id="rId2" Type="http://schemas.microsoft.com/office/2007/relationships/media" Target="../media/media11.m4a"/><Relationship Id="rId1" Type="http://schemas.openxmlformats.org/officeDocument/2006/relationships/tags" Target="../tags/tag1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12.m4a"/><Relationship Id="rId7" Type="http://schemas.openxmlformats.org/officeDocument/2006/relationships/image" Target="../media/image9.png"/><Relationship Id="rId2" Type="http://schemas.microsoft.com/office/2007/relationships/media" Target="../media/media12.m4a"/><Relationship Id="rId1" Type="http://schemas.openxmlformats.org/officeDocument/2006/relationships/tags" Target="../tags/tag12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13.m4a"/><Relationship Id="rId7" Type="http://schemas.openxmlformats.org/officeDocument/2006/relationships/image" Target="../media/image9.png"/><Relationship Id="rId2" Type="http://schemas.microsoft.com/office/2007/relationships/media" Target="../media/media13.m4a"/><Relationship Id="rId1" Type="http://schemas.openxmlformats.org/officeDocument/2006/relationships/tags" Target="../tags/tag13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14.m4a"/><Relationship Id="rId7" Type="http://schemas.openxmlformats.org/officeDocument/2006/relationships/image" Target="../media/image9.png"/><Relationship Id="rId2" Type="http://schemas.microsoft.com/office/2007/relationships/media" Target="../media/media14.m4a"/><Relationship Id="rId1" Type="http://schemas.openxmlformats.org/officeDocument/2006/relationships/tags" Target="../tags/tag14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15.m4a"/><Relationship Id="rId7" Type="http://schemas.openxmlformats.org/officeDocument/2006/relationships/image" Target="../media/image9.png"/><Relationship Id="rId2" Type="http://schemas.microsoft.com/office/2007/relationships/media" Target="../media/media15.m4a"/><Relationship Id="rId1" Type="http://schemas.openxmlformats.org/officeDocument/2006/relationships/tags" Target="../tags/tag15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7" Type="http://schemas.openxmlformats.org/officeDocument/2006/relationships/image" Target="../media/image2.png"/><Relationship Id="rId2" Type="http://schemas.microsoft.com/office/2007/relationships/media" Target="../media/media16.m4a"/><Relationship Id="rId1" Type="http://schemas.openxmlformats.org/officeDocument/2006/relationships/tags" Target="../tags/tag16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8662F6E5-9B1E-5258-B1C1-82A6374458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42" y="849554"/>
            <a:ext cx="1434077" cy="1600683"/>
          </a:xfrm>
          <a:prstGeom prst="rect">
            <a:avLst/>
          </a:prstGeom>
        </p:spPr>
      </p:pic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9C0AD6AB-6509-D4A3-BD31-E98973ED35C3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7170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75"/>
    </mc:Choice>
    <mc:Fallback>
      <p:transition spd="slow" advTm="115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6A312-C3DE-F667-A0F7-5E38FD68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7CE30ED3-B21D-D38C-DB81-81E045E84F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822" y="2039162"/>
            <a:ext cx="2490355" cy="2779676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7766A2E9-0B0E-B6E8-9D42-1CDBE3C8125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4179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00"/>
    </mc:Choice>
    <mc:Fallback>
      <p:transition spd="slow" advTm="4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3CBF0-F09A-AE87-826B-6923D106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B6674A6D-080C-3D97-7343-67216220FB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822" y="2039162"/>
            <a:ext cx="2490355" cy="2779676"/>
          </a:xfrm>
          <a:prstGeom prst="rect">
            <a:avLst/>
          </a:prstGeom>
        </p:spPr>
      </p:pic>
      <p:pic>
        <p:nvPicPr>
          <p:cNvPr id="6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BC7C70DA-9BD0-E9CA-A070-89379221F3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53" y="533465"/>
            <a:ext cx="1434077" cy="1600683"/>
          </a:xfrm>
          <a:prstGeom prst="rect">
            <a:avLst/>
          </a:prstGeom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54B1EF14-8B84-6F09-608C-E23F914642B3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7946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336"/>
    </mc:Choice>
    <mc:Fallback>
      <p:transition spd="slow" advTm="203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2EB5C-C8EE-4054-3F33-791653E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49C507E3-6022-1B3B-973B-BBB75D53F3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4" y="235778"/>
            <a:ext cx="1434077" cy="16006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863FB2-F4E5-F394-3691-0D7B41D393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97" y="0"/>
            <a:ext cx="10647553" cy="8166970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9E433426-B891-B5F7-E2F7-70BE78C7D7F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7806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01"/>
    </mc:Choice>
    <mc:Fallback>
      <p:transition spd="slow" advTm="96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2EB5C-C8EE-4054-3F33-791653E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49C507E3-6022-1B3B-973B-BBB75D53F3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4" y="235778"/>
            <a:ext cx="1434077" cy="16006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863FB2-F4E5-F394-3691-0D7B41D393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459" y="-160190"/>
            <a:ext cx="3756038" cy="2880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055ABD-0B52-9C50-2BE9-3F96EE4520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113" y="1142479"/>
            <a:ext cx="2959774" cy="4573042"/>
          </a:xfrm>
          <a:prstGeom prst="rect">
            <a:avLst/>
          </a:prstGeom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40E691F7-E67D-B129-7276-6CBC3A822E9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136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70"/>
    </mc:Choice>
    <mc:Fallback>
      <p:transition spd="slow" advTm="30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2EB5C-C8EE-4054-3F33-791653E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49C507E3-6022-1B3B-973B-BBB75D53F3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4" y="235778"/>
            <a:ext cx="1434077" cy="16006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863FB2-F4E5-F394-3691-0D7B41D393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459" y="-160190"/>
            <a:ext cx="3756038" cy="2880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872711-B4C3-5A9B-3183-ECE85ED387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279" y="226868"/>
            <a:ext cx="1035997" cy="1600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9B6224-5C29-B1E0-3377-3B4894EF71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808" y="1134307"/>
            <a:ext cx="7595123" cy="6237337"/>
          </a:xfrm>
          <a:prstGeom prst="rect">
            <a:avLst/>
          </a:prstGeom>
        </p:spPr>
      </p:pic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7ECEF3F6-5483-ACC3-C76D-A3DBA0EE2C5E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7803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47"/>
    </mc:Choice>
    <mc:Fallback>
      <p:transition spd="slow" advTm="21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2EB5C-C8EE-4054-3F33-791653E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49C507E3-6022-1B3B-973B-BBB75D53F3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4" y="235778"/>
            <a:ext cx="1434077" cy="1600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055ABD-0B52-9C50-2BE9-3F96EE452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279" y="226868"/>
            <a:ext cx="1035997" cy="1600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B0D04F-5019-6DF8-A825-20B3CA64FD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876" y="574765"/>
            <a:ext cx="3493583" cy="57084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455E53-E7FC-91D5-D540-4B6336933C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459" y="-160190"/>
            <a:ext cx="3756038" cy="2880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5FE1E1-796C-5A61-F1A9-689C91BE30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3801" y="3935743"/>
            <a:ext cx="4286722" cy="3520381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2E363B78-C748-13DB-F516-85D44429465B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1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1806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06"/>
    </mc:Choice>
    <mc:Fallback>
      <p:transition spd="slow" advTm="35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2EB5C-C8EE-4054-3F33-791653E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49C507E3-6022-1B3B-973B-BBB75D53F3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4" y="235778"/>
            <a:ext cx="1434077" cy="16006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863FB2-F4E5-F394-3691-0D7B41D393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459" y="-160190"/>
            <a:ext cx="3756038" cy="2880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EC876-5A89-9277-52C3-9E0983419B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689" y="0"/>
            <a:ext cx="4116621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CB3DED-4002-14E9-073D-252D617889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372" y="108671"/>
            <a:ext cx="1434077" cy="23432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BA7A1F-4FBD-98A2-8580-6F15730616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279" y="226868"/>
            <a:ext cx="1035997" cy="1600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DEC82B-3C66-F523-9A27-BBF5A6E50A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3801" y="3935743"/>
            <a:ext cx="4286722" cy="3520381"/>
          </a:xfrm>
          <a:prstGeom prst="rect">
            <a:avLst/>
          </a:prstGeom>
        </p:spPr>
      </p:pic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E73FD1FE-511E-B246-65A9-60FF2905312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2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5708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69"/>
    </mc:Choice>
    <mc:Fallback>
      <p:transition spd="slow" advTm="40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2EB5C-C8EE-4054-3F33-791653E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49C507E3-6022-1B3B-973B-BBB75D53F3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4" y="235778"/>
            <a:ext cx="1434077" cy="1600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EC876-5A89-9277-52C3-9E0983419B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637" y="4533869"/>
            <a:ext cx="1395096" cy="2324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1F9C31-9852-29A0-C854-DF96DED479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372" y="108671"/>
            <a:ext cx="1434077" cy="23432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5067AF-AE11-F661-6947-8BD727EB84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279" y="226868"/>
            <a:ext cx="1035997" cy="1600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BDB336-77A8-28D1-1910-EAEC97EDEA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459" y="-160190"/>
            <a:ext cx="3756038" cy="2880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DB93E6-B733-441C-A29A-CD10055931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3801" y="3935743"/>
            <a:ext cx="4286722" cy="3520381"/>
          </a:xfrm>
          <a:prstGeom prst="rect">
            <a:avLst/>
          </a:prstGeom>
        </p:spPr>
      </p:pic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164E3E5D-8F83-9EA3-9473-DE2E6A7B1CF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2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2851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22"/>
    </mc:Choice>
    <mc:Fallback>
      <p:transition spd="slow" advTm="18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DDCCE-62E3-7A72-8952-B6439BFA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57A29A-FE0C-FA25-7764-72A4A32EC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186"/>
            <a:ext cx="12192000" cy="5103628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D16B1BB0-9554-385E-A595-992ACAED347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8474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12"/>
    </mc:Choice>
    <mc:Fallback>
      <p:transition spd="slow" advTm="108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E1F44-130F-FF87-A18F-E7509B7F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A9434C-9CB1-131A-2151-EC92474BFD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186"/>
            <a:ext cx="12192000" cy="51036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19EC33-7A2A-67FF-F399-9A47B0DA39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522" y="3668888"/>
            <a:ext cx="464212" cy="672770"/>
          </a:xfrm>
          <a:prstGeom prst="rect">
            <a:avLst/>
          </a:prstGeom>
        </p:spPr>
      </p:pic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9B37B1FC-2D76-5777-D7B1-13E1DEFE5F2B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720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53"/>
    </mc:Choice>
    <mc:Fallback>
      <p:transition spd="slow" advTm="59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03EDB-77D2-E529-4546-F2D930BC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EFD3D-942A-ED7F-6F68-4BA25B604A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186"/>
            <a:ext cx="12192000" cy="51036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C90C51-1FC0-96AA-8E50-A9940F20C4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878" y="3002844"/>
            <a:ext cx="464212" cy="672770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40D70DA5-C561-CAE4-718F-4B3E4763308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2785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02"/>
    </mc:Choice>
    <mc:Fallback>
      <p:transition spd="slow" advTm="73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909DD-7E09-5611-5921-6A0F5050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F52829-E5C4-4385-F131-F99A30E54B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186"/>
            <a:ext cx="12192000" cy="51036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B1FDDD-45DF-DD4E-2D6F-DB8F42536C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323" y="2901244"/>
            <a:ext cx="464212" cy="672770"/>
          </a:xfrm>
          <a:prstGeom prst="rect">
            <a:avLst/>
          </a:prstGeom>
        </p:spPr>
      </p:pic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B1E02149-86FD-641F-CA27-5835B2E90339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8571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48"/>
    </mc:Choice>
    <mc:Fallback>
      <p:transition spd="slow" advTm="126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875D7-3BF1-1D76-80E7-60F56674B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28D081-A747-A39D-0740-9998CC9A59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186"/>
            <a:ext cx="12192000" cy="51036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5DEFDC-B99D-F9A3-54DA-0396752846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323" y="2901244"/>
            <a:ext cx="464212" cy="6727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AC006B-DBAF-A833-F527-BAED5F04A3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12" y="5480755"/>
            <a:ext cx="464212" cy="672770"/>
          </a:xfrm>
          <a:prstGeom prst="rect">
            <a:avLst/>
          </a:prstGeom>
        </p:spPr>
      </p:pic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15F0CC77-DD81-B333-9AD3-9E3DA6775923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7531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219"/>
    </mc:Choice>
    <mc:Fallback>
      <p:transition spd="slow" advTm="182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90438-6FC8-5729-1962-F6BC0133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900F45-FD36-2C42-6D83-6A2550286F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186"/>
            <a:ext cx="12192000" cy="51036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BA5C23-BAEF-2568-AEA9-5FE03D8118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101" y="5384769"/>
            <a:ext cx="464212" cy="672770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C0463BF-2FD1-3703-3B72-CA895AF1E45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4077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05"/>
    </mc:Choice>
    <mc:Fallback>
      <p:transition spd="slow" advTm="108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F8C4B-E2C7-A277-3F0D-8BDC2CC1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A green stuffed animal&#10;&#10;Description automatically generated with low confidence">
            <a:extLst>
              <a:ext uri="{FF2B5EF4-FFF2-40B4-BE49-F238E27FC236}">
                <a16:creationId xmlns:a16="http://schemas.microsoft.com/office/drawing/2014/main" id="{BFA8F986-4E28-4317-8060-372BAB4C65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961" y="475620"/>
            <a:ext cx="1434077" cy="1600683"/>
          </a:xfrm>
          <a:prstGeom prst="rect">
            <a:avLst/>
          </a:prstGeom>
        </p:spPr>
      </p:pic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04FCD68C-E616-EC6F-B4BF-F780EDF7E8C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4812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44"/>
    </mc:Choice>
    <mc:Fallback>
      <p:transition spd="slow" advTm="50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1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372</Words>
  <Application>Microsoft Office PowerPoint</Application>
  <PresentationFormat>Widescreen</PresentationFormat>
  <Paragraphs>57</Paragraphs>
  <Slides>16</Slides>
  <Notes>16</Notes>
  <HiddenSlides>0</HiddenSlides>
  <MMClips>16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Snyder, William</dc:creator>
  <cp:lastModifiedBy>Snyder, William</cp:lastModifiedBy>
  <cp:revision>7</cp:revision>
  <dcterms:created xsi:type="dcterms:W3CDTF">2026-07-25T22:31:41Z</dcterms:created>
  <dcterms:modified xsi:type="dcterms:W3CDTF">2026-10-18T19:28:00Z</dcterms:modified>
</cp:coreProperties>
</file>